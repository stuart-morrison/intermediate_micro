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6" r:id="rId2"/>
    <p:sldId id="265" r:id="rId3"/>
    <p:sldId id="267" r:id="rId4"/>
    <p:sldId id="256" r:id="rId5"/>
    <p:sldId id="268" r:id="rId6"/>
    <p:sldId id="271" r:id="rId7"/>
    <p:sldId id="272" r:id="rId8"/>
    <p:sldId id="273" r:id="rId9"/>
    <p:sldId id="274" r:id="rId10"/>
    <p:sldId id="275" r:id="rId11"/>
    <p:sldId id="258" r:id="rId12"/>
    <p:sldId id="277" r:id="rId13"/>
    <p:sldId id="276" r:id="rId14"/>
    <p:sldId id="279" r:id="rId15"/>
    <p:sldId id="280" r:id="rId16"/>
    <p:sldId id="278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D6C2"/>
    <a:srgbClr val="B9E6B2"/>
    <a:srgbClr val="CAF5A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CB5D4-EE1F-4F8C-AEFD-A0EF4DCAF5BC}" v="71" dt="2025-08-27T17:08:52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art Morrison" userId="fda9cab9ffbc8268" providerId="LiveId" clId="{A5ECB5D4-EE1F-4F8C-AEFD-A0EF4DCAF5BC}"/>
    <pc:docChg chg="undo custSel addSld delSld modSld sldOrd">
      <pc:chgData name="Stuart Morrison" userId="fda9cab9ffbc8268" providerId="LiveId" clId="{A5ECB5D4-EE1F-4F8C-AEFD-A0EF4DCAF5BC}" dt="2025-08-27T17:09:45.278" v="7138" actId="20577"/>
      <pc:docMkLst>
        <pc:docMk/>
      </pc:docMkLst>
      <pc:sldChg chg="delSp mod setBg">
        <pc:chgData name="Stuart Morrison" userId="fda9cab9ffbc8268" providerId="LiveId" clId="{A5ECB5D4-EE1F-4F8C-AEFD-A0EF4DCAF5BC}" dt="2025-08-27T17:04:18.255" v="6772"/>
        <pc:sldMkLst>
          <pc:docMk/>
          <pc:sldMk cId="2551935250" sldId="256"/>
        </pc:sldMkLst>
        <pc:spChg chg="del">
          <ac:chgData name="Stuart Morrison" userId="fda9cab9ffbc8268" providerId="LiveId" clId="{A5ECB5D4-EE1F-4F8C-AEFD-A0EF4DCAF5BC}" dt="2025-08-27T16:20:29.718" v="1904" actId="478"/>
          <ac:spMkLst>
            <pc:docMk/>
            <pc:sldMk cId="2551935250" sldId="256"/>
            <ac:spMk id="6" creationId="{2BA96443-B5C6-0B19-C1DA-7006A0B01488}"/>
          </ac:spMkLst>
        </pc:spChg>
      </pc:sldChg>
      <pc:sldChg chg="addSp delSp modSp mod">
        <pc:chgData name="Stuart Morrison" userId="fda9cab9ffbc8268" providerId="LiveId" clId="{A5ECB5D4-EE1F-4F8C-AEFD-A0EF4DCAF5BC}" dt="2025-08-27T17:09:45.278" v="7138" actId="20577"/>
        <pc:sldMkLst>
          <pc:docMk/>
          <pc:sldMk cId="1537165719" sldId="257"/>
        </pc:sldMkLst>
        <pc:spChg chg="del">
          <ac:chgData name="Stuart Morrison" userId="fda9cab9ffbc8268" providerId="LiveId" clId="{A5ECB5D4-EE1F-4F8C-AEFD-A0EF4DCAF5BC}" dt="2025-08-27T16:45:01.238" v="5187" actId="478"/>
          <ac:spMkLst>
            <pc:docMk/>
            <pc:sldMk cId="1537165719" sldId="257"/>
            <ac:spMk id="3" creationId="{9081B4EC-615B-EAEA-5CA4-BED45F7C2AD9}"/>
          </ac:spMkLst>
        </pc:spChg>
        <pc:spChg chg="del">
          <ac:chgData name="Stuart Morrison" userId="fda9cab9ffbc8268" providerId="LiveId" clId="{A5ECB5D4-EE1F-4F8C-AEFD-A0EF4DCAF5BC}" dt="2025-08-27T16:45:01.238" v="5187" actId="478"/>
          <ac:spMkLst>
            <pc:docMk/>
            <pc:sldMk cId="1537165719" sldId="257"/>
            <ac:spMk id="4" creationId="{080C5868-F573-1A5F-01C8-AD4936D08BCA}"/>
          </ac:spMkLst>
        </pc:spChg>
        <pc:spChg chg="del">
          <ac:chgData name="Stuart Morrison" userId="fda9cab9ffbc8268" providerId="LiveId" clId="{A5ECB5D4-EE1F-4F8C-AEFD-A0EF4DCAF5BC}" dt="2025-08-27T16:45:01.238" v="5187" actId="478"/>
          <ac:spMkLst>
            <pc:docMk/>
            <pc:sldMk cId="1537165719" sldId="257"/>
            <ac:spMk id="5" creationId="{14D83811-6A67-61EA-8419-A29531757596}"/>
          </ac:spMkLst>
        </pc:spChg>
        <pc:spChg chg="del">
          <ac:chgData name="Stuart Morrison" userId="fda9cab9ffbc8268" providerId="LiveId" clId="{A5ECB5D4-EE1F-4F8C-AEFD-A0EF4DCAF5BC}" dt="2025-08-27T16:45:01.238" v="5187" actId="478"/>
          <ac:spMkLst>
            <pc:docMk/>
            <pc:sldMk cId="1537165719" sldId="257"/>
            <ac:spMk id="6" creationId="{03BAA408-98C5-D2EB-080F-CAB1C121D19C}"/>
          </ac:spMkLst>
        </pc:spChg>
        <pc:spChg chg="del">
          <ac:chgData name="Stuart Morrison" userId="fda9cab9ffbc8268" providerId="LiveId" clId="{A5ECB5D4-EE1F-4F8C-AEFD-A0EF4DCAF5BC}" dt="2025-08-27T16:44:45.918" v="5184" actId="478"/>
          <ac:spMkLst>
            <pc:docMk/>
            <pc:sldMk cId="1537165719" sldId="257"/>
            <ac:spMk id="7" creationId="{A0331756-7C21-622B-5344-A0DAADC94F08}"/>
          </ac:spMkLst>
        </pc:spChg>
        <pc:spChg chg="add mod">
          <ac:chgData name="Stuart Morrison" userId="fda9cab9ffbc8268" providerId="LiveId" clId="{A5ECB5D4-EE1F-4F8C-AEFD-A0EF4DCAF5BC}" dt="2025-08-27T16:45:33.449" v="5189"/>
          <ac:spMkLst>
            <pc:docMk/>
            <pc:sldMk cId="1537165719" sldId="257"/>
            <ac:spMk id="9" creationId="{CC4DD7A1-C211-F2B7-746D-9470712729FC}"/>
          </ac:spMkLst>
        </pc:spChg>
        <pc:spChg chg="add mod">
          <ac:chgData name="Stuart Morrison" userId="fda9cab9ffbc8268" providerId="LiveId" clId="{A5ECB5D4-EE1F-4F8C-AEFD-A0EF4DCAF5BC}" dt="2025-08-27T16:45:33.449" v="5189"/>
          <ac:spMkLst>
            <pc:docMk/>
            <pc:sldMk cId="1537165719" sldId="257"/>
            <ac:spMk id="10" creationId="{F32C31AB-E3D0-7D6B-BDBA-51DA343380E3}"/>
          </ac:spMkLst>
        </pc:spChg>
        <pc:spChg chg="add mod">
          <ac:chgData name="Stuart Morrison" userId="fda9cab9ffbc8268" providerId="LiveId" clId="{A5ECB5D4-EE1F-4F8C-AEFD-A0EF4DCAF5BC}" dt="2025-08-27T16:45:33.449" v="5189"/>
          <ac:spMkLst>
            <pc:docMk/>
            <pc:sldMk cId="1537165719" sldId="257"/>
            <ac:spMk id="11" creationId="{67D37AF7-33AF-5F24-EA7C-29F57532CC14}"/>
          </ac:spMkLst>
        </pc:spChg>
        <pc:spChg chg="add mod">
          <ac:chgData name="Stuart Morrison" userId="fda9cab9ffbc8268" providerId="LiveId" clId="{A5ECB5D4-EE1F-4F8C-AEFD-A0EF4DCAF5BC}" dt="2025-08-27T16:45:33.449" v="5189"/>
          <ac:spMkLst>
            <pc:docMk/>
            <pc:sldMk cId="1537165719" sldId="257"/>
            <ac:spMk id="12" creationId="{66D76F04-D154-C5A6-1D7B-FF52B72465BD}"/>
          </ac:spMkLst>
        </pc:spChg>
        <pc:graphicFrameChg chg="del modGraphic">
          <ac:chgData name="Stuart Morrison" userId="fda9cab9ffbc8268" providerId="LiveId" clId="{A5ECB5D4-EE1F-4F8C-AEFD-A0EF4DCAF5BC}" dt="2025-08-27T16:44:58.773" v="5186" actId="478"/>
          <ac:graphicFrameMkLst>
            <pc:docMk/>
            <pc:sldMk cId="1537165719" sldId="257"/>
            <ac:graphicFrameMk id="2" creationId="{60918E48-AF77-5223-977F-55AF178433E7}"/>
          </ac:graphicFrameMkLst>
        </pc:graphicFrameChg>
        <pc:graphicFrameChg chg="add mod modGraphic">
          <ac:chgData name="Stuart Morrison" userId="fda9cab9ffbc8268" providerId="LiveId" clId="{A5ECB5D4-EE1F-4F8C-AEFD-A0EF4DCAF5BC}" dt="2025-08-27T17:09:45.278" v="7138" actId="20577"/>
          <ac:graphicFrameMkLst>
            <pc:docMk/>
            <pc:sldMk cId="1537165719" sldId="257"/>
            <ac:graphicFrameMk id="8" creationId="{7381EB25-CC98-2AB4-53BB-855B5FA98B55}"/>
          </ac:graphicFrameMkLst>
        </pc:graphicFrameChg>
      </pc:sldChg>
      <pc:sldChg chg="modSp mod setBg">
        <pc:chgData name="Stuart Morrison" userId="fda9cab9ffbc8268" providerId="LiveId" clId="{A5ECB5D4-EE1F-4F8C-AEFD-A0EF4DCAF5BC}" dt="2025-08-27T17:04:18.255" v="6772"/>
        <pc:sldMkLst>
          <pc:docMk/>
          <pc:sldMk cId="3304019247" sldId="258"/>
        </pc:sldMkLst>
        <pc:spChg chg="mod">
          <ac:chgData name="Stuart Morrison" userId="fda9cab9ffbc8268" providerId="LiveId" clId="{A5ECB5D4-EE1F-4F8C-AEFD-A0EF4DCAF5BC}" dt="2025-08-27T16:43:01.567" v="5090" actId="1076"/>
          <ac:spMkLst>
            <pc:docMk/>
            <pc:sldMk cId="3304019247" sldId="258"/>
            <ac:spMk id="2" creationId="{9029423D-6786-A4C1-95AE-3CD5963148F2}"/>
          </ac:spMkLst>
        </pc:spChg>
        <pc:spChg chg="mod">
          <ac:chgData name="Stuart Morrison" userId="fda9cab9ffbc8268" providerId="LiveId" clId="{A5ECB5D4-EE1F-4F8C-AEFD-A0EF4DCAF5BC}" dt="2025-08-27T16:43:16.865" v="5115" actId="20577"/>
          <ac:spMkLst>
            <pc:docMk/>
            <pc:sldMk cId="3304019247" sldId="258"/>
            <ac:spMk id="3" creationId="{8235253B-CD02-80D6-7CC9-896D551DAD0F}"/>
          </ac:spMkLst>
        </pc:spChg>
        <pc:spChg chg="mod">
          <ac:chgData name="Stuart Morrison" userId="fda9cab9ffbc8268" providerId="LiveId" clId="{A5ECB5D4-EE1F-4F8C-AEFD-A0EF4DCAF5BC}" dt="2025-08-27T16:42:11.911" v="4999" actId="20577"/>
          <ac:spMkLst>
            <pc:docMk/>
            <pc:sldMk cId="3304019247" sldId="258"/>
            <ac:spMk id="5" creationId="{24F148C7-C94C-1982-8CD3-0B15551725C2}"/>
          </ac:spMkLst>
        </pc:spChg>
        <pc:spChg chg="mod">
          <ac:chgData name="Stuart Morrison" userId="fda9cab9ffbc8268" providerId="LiveId" clId="{A5ECB5D4-EE1F-4F8C-AEFD-A0EF4DCAF5BC}" dt="2025-08-27T16:43:44.007" v="5149" actId="20577"/>
          <ac:spMkLst>
            <pc:docMk/>
            <pc:sldMk cId="3304019247" sldId="258"/>
            <ac:spMk id="7" creationId="{6A0B74F5-2EAC-6880-E93B-C0E2F268B0EE}"/>
          </ac:spMkLst>
        </pc:spChg>
        <pc:spChg chg="mod">
          <ac:chgData name="Stuart Morrison" userId="fda9cab9ffbc8268" providerId="LiveId" clId="{A5ECB5D4-EE1F-4F8C-AEFD-A0EF4DCAF5BC}" dt="2025-08-27T16:43:55.411" v="5160" actId="14100"/>
          <ac:spMkLst>
            <pc:docMk/>
            <pc:sldMk cId="3304019247" sldId="258"/>
            <ac:spMk id="8" creationId="{477A1140-E277-A283-ECD7-F26ECF33A8BA}"/>
          </ac:spMkLst>
        </pc:spChg>
        <pc:graphicFrameChg chg="modGraphic">
          <ac:chgData name="Stuart Morrison" userId="fda9cab9ffbc8268" providerId="LiveId" clId="{A5ECB5D4-EE1F-4F8C-AEFD-A0EF4DCAF5BC}" dt="2025-08-27T16:44:37.324" v="5182" actId="20577"/>
          <ac:graphicFrameMkLst>
            <pc:docMk/>
            <pc:sldMk cId="3304019247" sldId="258"/>
            <ac:graphicFrameMk id="4" creationId="{86533AC4-4BB9-D410-FC08-A5197B0A44B2}"/>
          </ac:graphicFrameMkLst>
        </pc:graphicFrameChg>
      </pc:sldChg>
      <pc:sldChg chg="del">
        <pc:chgData name="Stuart Morrison" userId="fda9cab9ffbc8268" providerId="LiveId" clId="{A5ECB5D4-EE1F-4F8C-AEFD-A0EF4DCAF5BC}" dt="2025-08-27T16:44:43.842" v="5183" actId="47"/>
        <pc:sldMkLst>
          <pc:docMk/>
          <pc:sldMk cId="3310065666" sldId="259"/>
        </pc:sldMkLst>
      </pc:sldChg>
      <pc:sldChg chg="del">
        <pc:chgData name="Stuart Morrison" userId="fda9cab9ffbc8268" providerId="LiveId" clId="{A5ECB5D4-EE1F-4F8C-AEFD-A0EF4DCAF5BC}" dt="2025-08-27T16:44:43.842" v="5183" actId="47"/>
        <pc:sldMkLst>
          <pc:docMk/>
          <pc:sldMk cId="3134786555" sldId="260"/>
        </pc:sldMkLst>
      </pc:sldChg>
      <pc:sldChg chg="del">
        <pc:chgData name="Stuart Morrison" userId="fda9cab9ffbc8268" providerId="LiveId" clId="{A5ECB5D4-EE1F-4F8C-AEFD-A0EF4DCAF5BC}" dt="2025-08-27T16:45:04.142" v="5188" actId="47"/>
        <pc:sldMkLst>
          <pc:docMk/>
          <pc:sldMk cId="2793816570" sldId="261"/>
        </pc:sldMkLst>
      </pc:sldChg>
      <pc:sldChg chg="del">
        <pc:chgData name="Stuart Morrison" userId="fda9cab9ffbc8268" providerId="LiveId" clId="{A5ECB5D4-EE1F-4F8C-AEFD-A0EF4DCAF5BC}" dt="2025-08-27T16:44:43.842" v="5183" actId="47"/>
        <pc:sldMkLst>
          <pc:docMk/>
          <pc:sldMk cId="2875983701" sldId="262"/>
        </pc:sldMkLst>
      </pc:sldChg>
      <pc:sldChg chg="del">
        <pc:chgData name="Stuart Morrison" userId="fda9cab9ffbc8268" providerId="LiveId" clId="{A5ECB5D4-EE1F-4F8C-AEFD-A0EF4DCAF5BC}" dt="2025-08-27T16:44:43.842" v="5183" actId="47"/>
        <pc:sldMkLst>
          <pc:docMk/>
          <pc:sldMk cId="2166606480" sldId="263"/>
        </pc:sldMkLst>
      </pc:sldChg>
      <pc:sldChg chg="del">
        <pc:chgData name="Stuart Morrison" userId="fda9cab9ffbc8268" providerId="LiveId" clId="{A5ECB5D4-EE1F-4F8C-AEFD-A0EF4DCAF5BC}" dt="2025-08-27T16:45:04.142" v="5188" actId="47"/>
        <pc:sldMkLst>
          <pc:docMk/>
          <pc:sldMk cId="1673000407" sldId="264"/>
        </pc:sldMkLst>
      </pc:sldChg>
      <pc:sldChg chg="new del">
        <pc:chgData name="Stuart Morrison" userId="fda9cab9ffbc8268" providerId="LiveId" clId="{A5ECB5D4-EE1F-4F8C-AEFD-A0EF4DCAF5BC}" dt="2025-08-27T16:08:11.807" v="1" actId="680"/>
        <pc:sldMkLst>
          <pc:docMk/>
          <pc:sldMk cId="985064654" sldId="265"/>
        </pc:sldMkLst>
      </pc:sldChg>
      <pc:sldChg chg="add del setBg">
        <pc:chgData name="Stuart Morrison" userId="fda9cab9ffbc8268" providerId="LiveId" clId="{A5ECB5D4-EE1F-4F8C-AEFD-A0EF4DCAF5BC}" dt="2025-08-27T16:08:15.429" v="3"/>
        <pc:sldMkLst>
          <pc:docMk/>
          <pc:sldMk cId="1074307460" sldId="265"/>
        </pc:sldMkLst>
      </pc:sldChg>
      <pc:sldChg chg="addSp delSp modSp new mod ord setBg modClrScheme chgLayout">
        <pc:chgData name="Stuart Morrison" userId="fda9cab9ffbc8268" providerId="LiveId" clId="{A5ECB5D4-EE1F-4F8C-AEFD-A0EF4DCAF5BC}" dt="2025-08-27T17:04:18.255" v="6772"/>
        <pc:sldMkLst>
          <pc:docMk/>
          <pc:sldMk cId="1379882136" sldId="265"/>
        </pc:sldMkLst>
        <pc:spChg chg="del mod ord">
          <ac:chgData name="Stuart Morrison" userId="fda9cab9ffbc8268" providerId="LiveId" clId="{A5ECB5D4-EE1F-4F8C-AEFD-A0EF4DCAF5BC}" dt="2025-08-27T16:08:25.621" v="5" actId="700"/>
          <ac:spMkLst>
            <pc:docMk/>
            <pc:sldMk cId="1379882136" sldId="265"/>
            <ac:spMk id="2" creationId="{8B735ABE-140A-878F-79CA-BFABDFD452CC}"/>
          </ac:spMkLst>
        </pc:spChg>
        <pc:spChg chg="del">
          <ac:chgData name="Stuart Morrison" userId="fda9cab9ffbc8268" providerId="LiveId" clId="{A5ECB5D4-EE1F-4F8C-AEFD-A0EF4DCAF5BC}" dt="2025-08-27T16:08:25.621" v="5" actId="700"/>
          <ac:spMkLst>
            <pc:docMk/>
            <pc:sldMk cId="1379882136" sldId="265"/>
            <ac:spMk id="3" creationId="{78EA88C6-D2EF-87E2-FFCC-6993BF4CC610}"/>
          </ac:spMkLst>
        </pc:spChg>
        <pc:spChg chg="add mod ord">
          <ac:chgData name="Stuart Morrison" userId="fda9cab9ffbc8268" providerId="LiveId" clId="{A5ECB5D4-EE1F-4F8C-AEFD-A0EF4DCAF5BC}" dt="2025-08-27T16:08:44.252" v="39" actId="20577"/>
          <ac:spMkLst>
            <pc:docMk/>
            <pc:sldMk cId="1379882136" sldId="265"/>
            <ac:spMk id="4" creationId="{69468E34-570E-A774-07D1-E6A310A6EEB1}"/>
          </ac:spMkLst>
        </pc:spChg>
        <pc:spChg chg="add mod">
          <ac:chgData name="Stuart Morrison" userId="fda9cab9ffbc8268" providerId="LiveId" clId="{A5ECB5D4-EE1F-4F8C-AEFD-A0EF4DCAF5BC}" dt="2025-08-27T16:16:38.482" v="1231" actId="20577"/>
          <ac:spMkLst>
            <pc:docMk/>
            <pc:sldMk cId="1379882136" sldId="265"/>
            <ac:spMk id="5" creationId="{5C9255A2-0797-39B0-763E-ECD60218165D}"/>
          </ac:spMkLst>
        </pc:spChg>
        <pc:picChg chg="add mod">
          <ac:chgData name="Stuart Morrison" userId="fda9cab9ffbc8268" providerId="LiveId" clId="{A5ECB5D4-EE1F-4F8C-AEFD-A0EF4DCAF5BC}" dt="2025-08-27T16:16:48.066" v="1233" actId="207"/>
          <ac:picMkLst>
            <pc:docMk/>
            <pc:sldMk cId="1379882136" sldId="265"/>
            <ac:picMk id="7" creationId="{6450D3FF-1378-815F-F6D8-9BF3FF720017}"/>
          </ac:picMkLst>
        </pc:picChg>
        <pc:picChg chg="add mod">
          <ac:chgData name="Stuart Morrison" userId="fda9cab9ffbc8268" providerId="LiveId" clId="{A5ECB5D4-EE1F-4F8C-AEFD-A0EF4DCAF5BC}" dt="2025-08-27T16:17:23.287" v="1242" actId="207"/>
          <ac:picMkLst>
            <pc:docMk/>
            <pc:sldMk cId="1379882136" sldId="265"/>
            <ac:picMk id="9" creationId="{B335A444-D036-1CBA-362E-BE91BD3691EE}"/>
          </ac:picMkLst>
        </pc:picChg>
        <pc:picChg chg="add mod">
          <ac:chgData name="Stuart Morrison" userId="fda9cab9ffbc8268" providerId="LiveId" clId="{A5ECB5D4-EE1F-4F8C-AEFD-A0EF4DCAF5BC}" dt="2025-08-27T16:17:23.287" v="1242" actId="207"/>
          <ac:picMkLst>
            <pc:docMk/>
            <pc:sldMk cId="1379882136" sldId="265"/>
            <ac:picMk id="10" creationId="{946F5E2D-34A6-AA2F-5DE0-DEEE2615C264}"/>
          </ac:picMkLst>
        </pc:picChg>
        <pc:picChg chg="add mod">
          <ac:chgData name="Stuart Morrison" userId="fda9cab9ffbc8268" providerId="LiveId" clId="{A5ECB5D4-EE1F-4F8C-AEFD-A0EF4DCAF5BC}" dt="2025-08-27T16:17:23.287" v="1242" actId="207"/>
          <ac:picMkLst>
            <pc:docMk/>
            <pc:sldMk cId="1379882136" sldId="265"/>
            <ac:picMk id="11" creationId="{CF823C3A-CBAC-5F43-23B4-2C39FE2583AB}"/>
          </ac:picMkLst>
        </pc:picChg>
      </pc:sldChg>
      <pc:sldChg chg="modSp add mod setBg">
        <pc:chgData name="Stuart Morrison" userId="fda9cab9ffbc8268" providerId="LiveId" clId="{A5ECB5D4-EE1F-4F8C-AEFD-A0EF4DCAF5BC}" dt="2025-08-27T17:04:18.255" v="6772"/>
        <pc:sldMkLst>
          <pc:docMk/>
          <pc:sldMk cId="157779750" sldId="266"/>
        </pc:sldMkLst>
        <pc:spChg chg="mod">
          <ac:chgData name="Stuart Morrison" userId="fda9cab9ffbc8268" providerId="LiveId" clId="{A5ECB5D4-EE1F-4F8C-AEFD-A0EF4DCAF5BC}" dt="2025-08-27T16:13:18.105" v="586" actId="20577"/>
          <ac:spMkLst>
            <pc:docMk/>
            <pc:sldMk cId="157779750" sldId="266"/>
            <ac:spMk id="5" creationId="{39C75939-E7B7-3AF5-C0A4-9A0A7E6B5E78}"/>
          </ac:spMkLst>
        </pc:spChg>
      </pc:sldChg>
      <pc:sldChg chg="delSp modSp add mod setBg">
        <pc:chgData name="Stuart Morrison" userId="fda9cab9ffbc8268" providerId="LiveId" clId="{A5ECB5D4-EE1F-4F8C-AEFD-A0EF4DCAF5BC}" dt="2025-08-27T17:04:18.255" v="6772"/>
        <pc:sldMkLst>
          <pc:docMk/>
          <pc:sldMk cId="2492414150" sldId="267"/>
        </pc:sldMkLst>
        <pc:spChg chg="mod">
          <ac:chgData name="Stuart Morrison" userId="fda9cab9ffbc8268" providerId="LiveId" clId="{A5ECB5D4-EE1F-4F8C-AEFD-A0EF4DCAF5BC}" dt="2025-08-27T16:20:22.941" v="1903" actId="20577"/>
          <ac:spMkLst>
            <pc:docMk/>
            <pc:sldMk cId="2492414150" sldId="267"/>
            <ac:spMk id="5" creationId="{0BAFF1C8-A4B8-10A3-65E0-B28BF5446FFD}"/>
          </ac:spMkLst>
        </pc:spChg>
        <pc:picChg chg="del mod">
          <ac:chgData name="Stuart Morrison" userId="fda9cab9ffbc8268" providerId="LiveId" clId="{A5ECB5D4-EE1F-4F8C-AEFD-A0EF4DCAF5BC}" dt="2025-08-27T16:18:18.910" v="1376" actId="478"/>
          <ac:picMkLst>
            <pc:docMk/>
            <pc:sldMk cId="2492414150" sldId="267"/>
            <ac:picMk id="7" creationId="{9EF1B964-BD84-C5DD-1859-8A8ED326C061}"/>
          </ac:picMkLst>
        </pc:picChg>
        <pc:picChg chg="del">
          <ac:chgData name="Stuart Morrison" userId="fda9cab9ffbc8268" providerId="LiveId" clId="{A5ECB5D4-EE1F-4F8C-AEFD-A0EF4DCAF5BC}" dt="2025-08-27T16:18:20.664" v="1377" actId="478"/>
          <ac:picMkLst>
            <pc:docMk/>
            <pc:sldMk cId="2492414150" sldId="267"/>
            <ac:picMk id="9" creationId="{9513D0A6-4DBE-957A-05DA-269DB06C4ECE}"/>
          </ac:picMkLst>
        </pc:picChg>
        <pc:picChg chg="del">
          <ac:chgData name="Stuart Morrison" userId="fda9cab9ffbc8268" providerId="LiveId" clId="{A5ECB5D4-EE1F-4F8C-AEFD-A0EF4DCAF5BC}" dt="2025-08-27T16:18:20.664" v="1377" actId="478"/>
          <ac:picMkLst>
            <pc:docMk/>
            <pc:sldMk cId="2492414150" sldId="267"/>
            <ac:picMk id="10" creationId="{FCC8ED7D-F5D9-A1AA-04D5-01D12D1FFCAF}"/>
          </ac:picMkLst>
        </pc:picChg>
        <pc:picChg chg="del">
          <ac:chgData name="Stuart Morrison" userId="fda9cab9ffbc8268" providerId="LiveId" clId="{A5ECB5D4-EE1F-4F8C-AEFD-A0EF4DCAF5BC}" dt="2025-08-27T16:18:20.664" v="1377" actId="478"/>
          <ac:picMkLst>
            <pc:docMk/>
            <pc:sldMk cId="2492414150" sldId="267"/>
            <ac:picMk id="11" creationId="{63319DE7-7E4C-81FD-1B57-82813CC40CA6}"/>
          </ac:picMkLst>
        </pc:picChg>
      </pc:sldChg>
      <pc:sldChg chg="modSp add mod setBg">
        <pc:chgData name="Stuart Morrison" userId="fda9cab9ffbc8268" providerId="LiveId" clId="{A5ECB5D4-EE1F-4F8C-AEFD-A0EF4DCAF5BC}" dt="2025-08-27T17:04:18.255" v="6772"/>
        <pc:sldMkLst>
          <pc:docMk/>
          <pc:sldMk cId="4178136841" sldId="268"/>
        </pc:sldMkLst>
        <pc:spChg chg="mod">
          <ac:chgData name="Stuart Morrison" userId="fda9cab9ffbc8268" providerId="LiveId" clId="{A5ECB5D4-EE1F-4F8C-AEFD-A0EF4DCAF5BC}" dt="2025-08-27T16:20:52.194" v="1933" actId="20577"/>
          <ac:spMkLst>
            <pc:docMk/>
            <pc:sldMk cId="4178136841" sldId="268"/>
            <ac:spMk id="4" creationId="{BCA5FDD6-8F60-720A-9201-C70DE5372ABE}"/>
          </ac:spMkLst>
        </pc:spChg>
        <pc:spChg chg="mod">
          <ac:chgData name="Stuart Morrison" userId="fda9cab9ffbc8268" providerId="LiveId" clId="{A5ECB5D4-EE1F-4F8C-AEFD-A0EF4DCAF5BC}" dt="2025-08-27T16:37:22.299" v="4501" actId="20577"/>
          <ac:spMkLst>
            <pc:docMk/>
            <pc:sldMk cId="4178136841" sldId="268"/>
            <ac:spMk id="5" creationId="{CFC090A5-5E09-83C5-10B6-6CFDD1F5EBF1}"/>
          </ac:spMkLst>
        </pc:spChg>
      </pc:sldChg>
      <pc:sldChg chg="add del">
        <pc:chgData name="Stuart Morrison" userId="fda9cab9ffbc8268" providerId="LiveId" clId="{A5ECB5D4-EE1F-4F8C-AEFD-A0EF4DCAF5BC}" dt="2025-08-27T16:24:44.243" v="2540" actId="47"/>
        <pc:sldMkLst>
          <pc:docMk/>
          <pc:sldMk cId="4273388772" sldId="269"/>
        </pc:sldMkLst>
      </pc:sldChg>
      <pc:sldChg chg="add del">
        <pc:chgData name="Stuart Morrison" userId="fda9cab9ffbc8268" providerId="LiveId" clId="{A5ECB5D4-EE1F-4F8C-AEFD-A0EF4DCAF5BC}" dt="2025-08-27T16:24:44.243" v="2540" actId="47"/>
        <pc:sldMkLst>
          <pc:docMk/>
          <pc:sldMk cId="3347681863" sldId="270"/>
        </pc:sldMkLst>
      </pc:sldChg>
      <pc:sldChg chg="modSp add mod setBg">
        <pc:chgData name="Stuart Morrison" userId="fda9cab9ffbc8268" providerId="LiveId" clId="{A5ECB5D4-EE1F-4F8C-AEFD-A0EF4DCAF5BC}" dt="2025-08-27T17:04:18.255" v="6772"/>
        <pc:sldMkLst>
          <pc:docMk/>
          <pc:sldMk cId="475380521" sldId="271"/>
        </pc:sldMkLst>
        <pc:spChg chg="mod">
          <ac:chgData name="Stuart Morrison" userId="fda9cab9ffbc8268" providerId="LiveId" clId="{A5ECB5D4-EE1F-4F8C-AEFD-A0EF4DCAF5BC}" dt="2025-08-27T16:24:49.561" v="2546" actId="20577"/>
          <ac:spMkLst>
            <pc:docMk/>
            <pc:sldMk cId="475380521" sldId="271"/>
            <ac:spMk id="4" creationId="{DBB66ED0-899B-876E-1DC7-1EE2B43CDC55}"/>
          </ac:spMkLst>
        </pc:spChg>
        <pc:spChg chg="mod">
          <ac:chgData name="Stuart Morrison" userId="fda9cab9ffbc8268" providerId="LiveId" clId="{A5ECB5D4-EE1F-4F8C-AEFD-A0EF4DCAF5BC}" dt="2025-08-27T16:27:25.958" v="3007" actId="20577"/>
          <ac:spMkLst>
            <pc:docMk/>
            <pc:sldMk cId="475380521" sldId="271"/>
            <ac:spMk id="5" creationId="{B87DBEED-E299-105F-9B4C-9C32E23C9574}"/>
          </ac:spMkLst>
        </pc:spChg>
        <pc:picChg chg="mod">
          <ac:chgData name="Stuart Morrison" userId="fda9cab9ffbc8268" providerId="LiveId" clId="{A5ECB5D4-EE1F-4F8C-AEFD-A0EF4DCAF5BC}" dt="2025-08-27T16:27:14.480" v="2960" actId="1076"/>
          <ac:picMkLst>
            <pc:docMk/>
            <pc:sldMk cId="475380521" sldId="271"/>
            <ac:picMk id="9" creationId="{876D857A-FACA-2365-9F18-91779FB8188F}"/>
          </ac:picMkLst>
        </pc:picChg>
        <pc:picChg chg="mod">
          <ac:chgData name="Stuart Morrison" userId="fda9cab9ffbc8268" providerId="LiveId" clId="{A5ECB5D4-EE1F-4F8C-AEFD-A0EF4DCAF5BC}" dt="2025-08-27T16:27:12.019" v="2959" actId="1076"/>
          <ac:picMkLst>
            <pc:docMk/>
            <pc:sldMk cId="475380521" sldId="271"/>
            <ac:picMk id="10" creationId="{BB60F3C8-4CE6-6FC1-C330-E0538BDB7639}"/>
          </ac:picMkLst>
        </pc:picChg>
        <pc:picChg chg="mod">
          <ac:chgData name="Stuart Morrison" userId="fda9cab9ffbc8268" providerId="LiveId" clId="{A5ECB5D4-EE1F-4F8C-AEFD-A0EF4DCAF5BC}" dt="2025-08-27T16:27:09.784" v="2958" actId="1076"/>
          <ac:picMkLst>
            <pc:docMk/>
            <pc:sldMk cId="475380521" sldId="271"/>
            <ac:picMk id="11" creationId="{5F74D4E9-C145-C736-B162-24C2FCDC3634}"/>
          </ac:picMkLst>
        </pc:picChg>
      </pc:sldChg>
      <pc:sldChg chg="delSp modSp add mod setBg">
        <pc:chgData name="Stuart Morrison" userId="fda9cab9ffbc8268" providerId="LiveId" clId="{A5ECB5D4-EE1F-4F8C-AEFD-A0EF4DCAF5BC}" dt="2025-08-27T17:04:18.255" v="6772"/>
        <pc:sldMkLst>
          <pc:docMk/>
          <pc:sldMk cId="1002546746" sldId="272"/>
        </pc:sldMkLst>
        <pc:spChg chg="mod">
          <ac:chgData name="Stuart Morrison" userId="fda9cab9ffbc8268" providerId="LiveId" clId="{A5ECB5D4-EE1F-4F8C-AEFD-A0EF4DCAF5BC}" dt="2025-08-27T16:31:31.733" v="3636" actId="20577"/>
          <ac:spMkLst>
            <pc:docMk/>
            <pc:sldMk cId="1002546746" sldId="272"/>
            <ac:spMk id="5" creationId="{132684A1-00C6-0853-8523-B10B0D55A5C0}"/>
          </ac:spMkLst>
        </pc:spChg>
        <pc:picChg chg="del">
          <ac:chgData name="Stuart Morrison" userId="fda9cab9ffbc8268" providerId="LiveId" clId="{A5ECB5D4-EE1F-4F8C-AEFD-A0EF4DCAF5BC}" dt="2025-08-27T16:27:51.280" v="3010" actId="478"/>
          <ac:picMkLst>
            <pc:docMk/>
            <pc:sldMk cId="1002546746" sldId="272"/>
            <ac:picMk id="7" creationId="{F8299940-38E4-0C0F-D4F4-1B726302B672}"/>
          </ac:picMkLst>
        </pc:picChg>
        <pc:picChg chg="del">
          <ac:chgData name="Stuart Morrison" userId="fda9cab9ffbc8268" providerId="LiveId" clId="{A5ECB5D4-EE1F-4F8C-AEFD-A0EF4DCAF5BC}" dt="2025-08-27T16:27:50.174" v="3009" actId="478"/>
          <ac:picMkLst>
            <pc:docMk/>
            <pc:sldMk cId="1002546746" sldId="272"/>
            <ac:picMk id="9" creationId="{A3402DFA-E63E-58FB-1B32-D61D3F91D429}"/>
          </ac:picMkLst>
        </pc:picChg>
        <pc:picChg chg="del">
          <ac:chgData name="Stuart Morrison" userId="fda9cab9ffbc8268" providerId="LiveId" clId="{A5ECB5D4-EE1F-4F8C-AEFD-A0EF4DCAF5BC}" dt="2025-08-27T16:27:50.174" v="3009" actId="478"/>
          <ac:picMkLst>
            <pc:docMk/>
            <pc:sldMk cId="1002546746" sldId="272"/>
            <ac:picMk id="10" creationId="{F1342EB7-FEA1-E204-1D1A-8BCAA0636E13}"/>
          </ac:picMkLst>
        </pc:picChg>
        <pc:picChg chg="del">
          <ac:chgData name="Stuart Morrison" userId="fda9cab9ffbc8268" providerId="LiveId" clId="{A5ECB5D4-EE1F-4F8C-AEFD-A0EF4DCAF5BC}" dt="2025-08-27T16:27:50.174" v="3009" actId="478"/>
          <ac:picMkLst>
            <pc:docMk/>
            <pc:sldMk cId="1002546746" sldId="272"/>
            <ac:picMk id="11" creationId="{CAD543B2-216E-50ED-8741-845083EC9419}"/>
          </ac:picMkLst>
        </pc:picChg>
      </pc:sldChg>
      <pc:sldChg chg="modSp add mod setBg">
        <pc:chgData name="Stuart Morrison" userId="fda9cab9ffbc8268" providerId="LiveId" clId="{A5ECB5D4-EE1F-4F8C-AEFD-A0EF4DCAF5BC}" dt="2025-08-27T17:04:18.255" v="6772"/>
        <pc:sldMkLst>
          <pc:docMk/>
          <pc:sldMk cId="3165032960" sldId="273"/>
        </pc:sldMkLst>
        <pc:spChg chg="mod">
          <ac:chgData name="Stuart Morrison" userId="fda9cab9ffbc8268" providerId="LiveId" clId="{A5ECB5D4-EE1F-4F8C-AEFD-A0EF4DCAF5BC}" dt="2025-08-27T16:34:34.026" v="4076" actId="20577"/>
          <ac:spMkLst>
            <pc:docMk/>
            <pc:sldMk cId="3165032960" sldId="273"/>
            <ac:spMk id="5" creationId="{CAFFF203-6EA7-DA07-6835-EB5D43D65EB8}"/>
          </ac:spMkLst>
        </pc:spChg>
      </pc:sldChg>
      <pc:sldChg chg="modSp add mod setBg">
        <pc:chgData name="Stuart Morrison" userId="fda9cab9ffbc8268" providerId="LiveId" clId="{A5ECB5D4-EE1F-4F8C-AEFD-A0EF4DCAF5BC}" dt="2025-08-27T17:04:18.255" v="6772"/>
        <pc:sldMkLst>
          <pc:docMk/>
          <pc:sldMk cId="2258896915" sldId="274"/>
        </pc:sldMkLst>
        <pc:spChg chg="mod">
          <ac:chgData name="Stuart Morrison" userId="fda9cab9ffbc8268" providerId="LiveId" clId="{A5ECB5D4-EE1F-4F8C-AEFD-A0EF4DCAF5BC}" dt="2025-08-27T16:36:26.379" v="4282" actId="20577"/>
          <ac:spMkLst>
            <pc:docMk/>
            <pc:sldMk cId="2258896915" sldId="274"/>
            <ac:spMk id="5" creationId="{FE6D9B4A-1D5F-1998-B478-3C197EF6903D}"/>
          </ac:spMkLst>
        </pc:spChg>
      </pc:sldChg>
      <pc:sldChg chg="modSp add mod setBg">
        <pc:chgData name="Stuart Morrison" userId="fda9cab9ffbc8268" providerId="LiveId" clId="{A5ECB5D4-EE1F-4F8C-AEFD-A0EF4DCAF5BC}" dt="2025-08-27T17:04:18.255" v="6772"/>
        <pc:sldMkLst>
          <pc:docMk/>
          <pc:sldMk cId="2152134968" sldId="275"/>
        </pc:sldMkLst>
        <pc:spChg chg="mod">
          <ac:chgData name="Stuart Morrison" userId="fda9cab9ffbc8268" providerId="LiveId" clId="{A5ECB5D4-EE1F-4F8C-AEFD-A0EF4DCAF5BC}" dt="2025-08-27T16:41:57.550" v="4962" actId="20577"/>
          <ac:spMkLst>
            <pc:docMk/>
            <pc:sldMk cId="2152134968" sldId="275"/>
            <ac:spMk id="5" creationId="{F8736964-5FBC-D764-CD81-275F82857B81}"/>
          </ac:spMkLst>
        </pc:spChg>
      </pc:sldChg>
      <pc:sldChg chg="addSp delSp modSp new mod setBg">
        <pc:chgData name="Stuart Morrison" userId="fda9cab9ffbc8268" providerId="LiveId" clId="{A5ECB5D4-EE1F-4F8C-AEFD-A0EF4DCAF5BC}" dt="2025-08-27T17:04:18.255" v="6772"/>
        <pc:sldMkLst>
          <pc:docMk/>
          <pc:sldMk cId="2092368965" sldId="276"/>
        </pc:sldMkLst>
        <pc:spChg chg="add del mod">
          <ac:chgData name="Stuart Morrison" userId="fda9cab9ffbc8268" providerId="LiveId" clId="{A5ECB5D4-EE1F-4F8C-AEFD-A0EF4DCAF5BC}" dt="2025-08-27T16:50:06.193" v="5810" actId="478"/>
          <ac:spMkLst>
            <pc:docMk/>
            <pc:sldMk cId="2092368965" sldId="276"/>
            <ac:spMk id="2" creationId="{5E39248A-85CA-80F4-D142-9209C8C3917D}"/>
          </ac:spMkLst>
        </pc:spChg>
        <pc:spChg chg="add mod">
          <ac:chgData name="Stuart Morrison" userId="fda9cab9ffbc8268" providerId="LiveId" clId="{A5ECB5D4-EE1F-4F8C-AEFD-A0EF4DCAF5BC}" dt="2025-08-27T16:46:04.733" v="5202"/>
          <ac:spMkLst>
            <pc:docMk/>
            <pc:sldMk cId="2092368965" sldId="276"/>
            <ac:spMk id="3" creationId="{40FCAD03-F375-33A6-7ED4-9F57A1140911}"/>
          </ac:spMkLst>
        </pc:spChg>
        <pc:spChg chg="del">
          <ac:chgData name="Stuart Morrison" userId="fda9cab9ffbc8268" providerId="LiveId" clId="{A5ECB5D4-EE1F-4F8C-AEFD-A0EF4DCAF5BC}" dt="2025-08-27T16:50:56.540" v="5812" actId="478"/>
          <ac:spMkLst>
            <pc:docMk/>
            <pc:sldMk cId="2092368965" sldId="276"/>
            <ac:spMk id="4" creationId="{D0EACDFD-18F6-786B-7910-D357C92F7CE0}"/>
          </ac:spMkLst>
        </pc:spChg>
        <pc:spChg chg="add mod">
          <ac:chgData name="Stuart Morrison" userId="fda9cab9ffbc8268" providerId="LiveId" clId="{A5ECB5D4-EE1F-4F8C-AEFD-A0EF4DCAF5BC}" dt="2025-08-27T16:55:13.704" v="5951" actId="20577"/>
          <ac:spMkLst>
            <pc:docMk/>
            <pc:sldMk cId="2092368965" sldId="276"/>
            <ac:spMk id="5" creationId="{C9A25DE9-9673-4DE2-9D3A-84BC8584F10C}"/>
          </ac:spMkLst>
        </pc:spChg>
        <pc:spChg chg="add mod">
          <ac:chgData name="Stuart Morrison" userId="fda9cab9ffbc8268" providerId="LiveId" clId="{A5ECB5D4-EE1F-4F8C-AEFD-A0EF4DCAF5BC}" dt="2025-08-27T16:55:19.155" v="5956" actId="20577"/>
          <ac:spMkLst>
            <pc:docMk/>
            <pc:sldMk cId="2092368965" sldId="276"/>
            <ac:spMk id="6" creationId="{BCA34AA0-0CF6-E2F5-AF68-A2686A0F14FE}"/>
          </ac:spMkLst>
        </pc:spChg>
        <pc:spChg chg="add mod">
          <ac:chgData name="Stuart Morrison" userId="fda9cab9ffbc8268" providerId="LiveId" clId="{A5ECB5D4-EE1F-4F8C-AEFD-A0EF4DCAF5BC}" dt="2025-08-27T16:55:15.132" v="5952" actId="20577"/>
          <ac:spMkLst>
            <pc:docMk/>
            <pc:sldMk cId="2092368965" sldId="276"/>
            <ac:spMk id="7" creationId="{9274993A-DCB2-2866-26E3-681EEA055D82}"/>
          </ac:spMkLst>
        </pc:spChg>
        <pc:spChg chg="del mod">
          <ac:chgData name="Stuart Morrison" userId="fda9cab9ffbc8268" providerId="LiveId" clId="{A5ECB5D4-EE1F-4F8C-AEFD-A0EF4DCAF5BC}" dt="2025-08-27T16:52:18.971" v="5885" actId="478"/>
          <ac:spMkLst>
            <pc:docMk/>
            <pc:sldMk cId="2092368965" sldId="276"/>
            <ac:spMk id="8" creationId="{319A4C76-3623-CE36-DF95-786410E94ABF}"/>
          </ac:spMkLst>
        </pc:spChg>
        <pc:spChg chg="add del mod">
          <ac:chgData name="Stuart Morrison" userId="fda9cab9ffbc8268" providerId="LiveId" clId="{A5ECB5D4-EE1F-4F8C-AEFD-A0EF4DCAF5BC}" dt="2025-08-27T16:51:33.444" v="5864" actId="478"/>
          <ac:spMkLst>
            <pc:docMk/>
            <pc:sldMk cId="2092368965" sldId="276"/>
            <ac:spMk id="18" creationId="{31FF800C-1A3E-8F4D-55FC-9577DFDCA0E7}"/>
          </ac:spMkLst>
        </pc:spChg>
        <pc:spChg chg="add del mod">
          <ac:chgData name="Stuart Morrison" userId="fda9cab9ffbc8268" providerId="LiveId" clId="{A5ECB5D4-EE1F-4F8C-AEFD-A0EF4DCAF5BC}" dt="2025-08-27T16:50:56.540" v="5812" actId="478"/>
          <ac:spMkLst>
            <pc:docMk/>
            <pc:sldMk cId="2092368965" sldId="276"/>
            <ac:spMk id="19" creationId="{6817D877-C126-E307-D498-5AA754B3B56F}"/>
          </ac:spMkLst>
        </pc:spChg>
        <pc:spChg chg="mod">
          <ac:chgData name="Stuart Morrison" userId="fda9cab9ffbc8268" providerId="LiveId" clId="{A5ECB5D4-EE1F-4F8C-AEFD-A0EF4DCAF5BC}" dt="2025-08-27T16:52:34.777" v="5889" actId="1076"/>
          <ac:spMkLst>
            <pc:docMk/>
            <pc:sldMk cId="2092368965" sldId="276"/>
            <ac:spMk id="20" creationId="{7C84B2D8-A6B9-09C8-04DF-F7AA11F8ED58}"/>
          </ac:spMkLst>
        </pc:spChg>
        <pc:spChg chg="add mod">
          <ac:chgData name="Stuart Morrison" userId="fda9cab9ffbc8268" providerId="LiveId" clId="{A5ECB5D4-EE1F-4F8C-AEFD-A0EF4DCAF5BC}" dt="2025-08-27T16:54:37.752" v="5934" actId="404"/>
          <ac:spMkLst>
            <pc:docMk/>
            <pc:sldMk cId="2092368965" sldId="276"/>
            <ac:spMk id="21" creationId="{D5657193-3031-6C6A-B11A-842362947101}"/>
          </ac:spMkLst>
        </pc:spChg>
        <pc:spChg chg="del">
          <ac:chgData name="Stuart Morrison" userId="fda9cab9ffbc8268" providerId="LiveId" clId="{A5ECB5D4-EE1F-4F8C-AEFD-A0EF4DCAF5BC}" dt="2025-08-27T16:51:49.412" v="5872" actId="478"/>
          <ac:spMkLst>
            <pc:docMk/>
            <pc:sldMk cId="2092368965" sldId="276"/>
            <ac:spMk id="22" creationId="{70767235-C59E-7BAD-1BAD-EABD0C2DD31A}"/>
          </ac:spMkLst>
        </pc:spChg>
        <pc:spChg chg="add del mod">
          <ac:chgData name="Stuart Morrison" userId="fda9cab9ffbc8268" providerId="LiveId" clId="{A5ECB5D4-EE1F-4F8C-AEFD-A0EF4DCAF5BC}" dt="2025-08-27T16:52:09.540" v="5881" actId="478"/>
          <ac:spMkLst>
            <pc:docMk/>
            <pc:sldMk cId="2092368965" sldId="276"/>
            <ac:spMk id="23" creationId="{ED4297E4-6620-A5E8-F761-EC1857A6A74B}"/>
          </ac:spMkLst>
        </pc:spChg>
        <pc:spChg chg="del">
          <ac:chgData name="Stuart Morrison" userId="fda9cab9ffbc8268" providerId="LiveId" clId="{A5ECB5D4-EE1F-4F8C-AEFD-A0EF4DCAF5BC}" dt="2025-08-27T16:51:43.081" v="5870" actId="478"/>
          <ac:spMkLst>
            <pc:docMk/>
            <pc:sldMk cId="2092368965" sldId="276"/>
            <ac:spMk id="24" creationId="{62C58009-68CB-0069-2F9A-90973B49261F}"/>
          </ac:spMkLst>
        </pc:spChg>
        <pc:spChg chg="add del mod">
          <ac:chgData name="Stuart Morrison" userId="fda9cab9ffbc8268" providerId="LiveId" clId="{A5ECB5D4-EE1F-4F8C-AEFD-A0EF4DCAF5BC}" dt="2025-08-27T16:51:41.416" v="5869" actId="478"/>
          <ac:spMkLst>
            <pc:docMk/>
            <pc:sldMk cId="2092368965" sldId="276"/>
            <ac:spMk id="25" creationId="{FDBF6981-A0A4-750A-B3DD-EDADDEE46486}"/>
          </ac:spMkLst>
        </pc:spChg>
        <pc:spChg chg="del mod">
          <ac:chgData name="Stuart Morrison" userId="fda9cab9ffbc8268" providerId="LiveId" clId="{A5ECB5D4-EE1F-4F8C-AEFD-A0EF4DCAF5BC}" dt="2025-08-27T16:51:39.673" v="5868" actId="478"/>
          <ac:spMkLst>
            <pc:docMk/>
            <pc:sldMk cId="2092368965" sldId="276"/>
            <ac:spMk id="26" creationId="{B1AF17AA-ED37-3331-5EE6-82A381D8269D}"/>
          </ac:spMkLst>
        </pc:spChg>
        <pc:spChg chg="del">
          <ac:chgData name="Stuart Morrison" userId="fda9cab9ffbc8268" providerId="LiveId" clId="{A5ECB5D4-EE1F-4F8C-AEFD-A0EF4DCAF5BC}" dt="2025-08-27T16:51:51.125" v="5873" actId="478"/>
          <ac:spMkLst>
            <pc:docMk/>
            <pc:sldMk cId="2092368965" sldId="276"/>
            <ac:spMk id="27" creationId="{F266E090-9F2C-2EF4-5307-7215966084D0}"/>
          </ac:spMkLst>
        </pc:spChg>
        <pc:spChg chg="del mod">
          <ac:chgData name="Stuart Morrison" userId="fda9cab9ffbc8268" providerId="LiveId" clId="{A5ECB5D4-EE1F-4F8C-AEFD-A0EF4DCAF5BC}" dt="2025-08-27T16:52:09.540" v="5881" actId="478"/>
          <ac:spMkLst>
            <pc:docMk/>
            <pc:sldMk cId="2092368965" sldId="276"/>
            <ac:spMk id="28" creationId="{9D34350B-CB3B-E8F0-DDC3-10CEADE3301E}"/>
          </ac:spMkLst>
        </pc:spChg>
        <pc:spChg chg="add del mod">
          <ac:chgData name="Stuart Morrison" userId="fda9cab9ffbc8268" providerId="LiveId" clId="{A5ECB5D4-EE1F-4F8C-AEFD-A0EF4DCAF5BC}" dt="2025-08-27T16:52:09.540" v="5881" actId="478"/>
          <ac:spMkLst>
            <pc:docMk/>
            <pc:sldMk cId="2092368965" sldId="276"/>
            <ac:spMk id="29" creationId="{B0CAD0E0-BF7B-25D9-C5E0-C12B2021D350}"/>
          </ac:spMkLst>
        </pc:spChg>
        <pc:spChg chg="del mod">
          <ac:chgData name="Stuart Morrison" userId="fda9cab9ffbc8268" providerId="LiveId" clId="{A5ECB5D4-EE1F-4F8C-AEFD-A0EF4DCAF5BC}" dt="2025-08-27T16:52:12.316" v="5884" actId="478"/>
          <ac:spMkLst>
            <pc:docMk/>
            <pc:sldMk cId="2092368965" sldId="276"/>
            <ac:spMk id="30" creationId="{DB9D24E4-7BA9-154B-D09C-C1DBD3022077}"/>
          </ac:spMkLst>
        </pc:spChg>
        <pc:spChg chg="add del mod">
          <ac:chgData name="Stuart Morrison" userId="fda9cab9ffbc8268" providerId="LiveId" clId="{A5ECB5D4-EE1F-4F8C-AEFD-A0EF4DCAF5BC}" dt="2025-08-27T16:52:11.295" v="5882" actId="478"/>
          <ac:spMkLst>
            <pc:docMk/>
            <pc:sldMk cId="2092368965" sldId="276"/>
            <ac:spMk id="31" creationId="{581FCA63-8C00-8B8E-C37A-5186D03AB3E3}"/>
          </ac:spMkLst>
        </pc:spChg>
        <pc:spChg chg="add mod">
          <ac:chgData name="Stuart Morrison" userId="fda9cab9ffbc8268" providerId="LiveId" clId="{A5ECB5D4-EE1F-4F8C-AEFD-A0EF4DCAF5BC}" dt="2025-08-27T16:55:18.032" v="5955" actId="20577"/>
          <ac:spMkLst>
            <pc:docMk/>
            <pc:sldMk cId="2092368965" sldId="276"/>
            <ac:spMk id="39" creationId="{D70AB0F2-D391-F5BB-D580-29C5B1141D33}"/>
          </ac:spMkLst>
        </pc:spChg>
        <pc:spChg chg="add mod">
          <ac:chgData name="Stuart Morrison" userId="fda9cab9ffbc8268" providerId="LiveId" clId="{A5ECB5D4-EE1F-4F8C-AEFD-A0EF4DCAF5BC}" dt="2025-08-27T16:55:26.975" v="5960" actId="1076"/>
          <ac:spMkLst>
            <pc:docMk/>
            <pc:sldMk cId="2092368965" sldId="276"/>
            <ac:spMk id="43" creationId="{171B6AAE-4CD0-B16A-D778-47D30CD3924E}"/>
          </ac:spMkLst>
        </pc:spChg>
        <pc:spChg chg="add mod">
          <ac:chgData name="Stuart Morrison" userId="fda9cab9ffbc8268" providerId="LiveId" clId="{A5ECB5D4-EE1F-4F8C-AEFD-A0EF4DCAF5BC}" dt="2025-08-27T16:52:55.476" v="5913" actId="20577"/>
          <ac:spMkLst>
            <pc:docMk/>
            <pc:sldMk cId="2092368965" sldId="276"/>
            <ac:spMk id="44" creationId="{96BA040E-CE44-B3B3-C2FC-1F898029D557}"/>
          </ac:spMkLst>
        </pc:spChg>
        <pc:spChg chg="add mod">
          <ac:chgData name="Stuart Morrison" userId="fda9cab9ffbc8268" providerId="LiveId" clId="{A5ECB5D4-EE1F-4F8C-AEFD-A0EF4DCAF5BC}" dt="2025-08-27T16:54:45.334" v="5936" actId="1076"/>
          <ac:spMkLst>
            <pc:docMk/>
            <pc:sldMk cId="2092368965" sldId="276"/>
            <ac:spMk id="45" creationId="{A5C832AE-4A4B-F990-29EA-4C72F86D7B99}"/>
          </ac:spMkLst>
        </pc:spChg>
        <pc:spChg chg="add mod">
          <ac:chgData name="Stuart Morrison" userId="fda9cab9ffbc8268" providerId="LiveId" clId="{A5ECB5D4-EE1F-4F8C-AEFD-A0EF4DCAF5BC}" dt="2025-08-27T16:54:47.355" v="5937" actId="1076"/>
          <ac:spMkLst>
            <pc:docMk/>
            <pc:sldMk cId="2092368965" sldId="276"/>
            <ac:spMk id="46" creationId="{B42792A4-CD85-FDC4-2F5E-D298E2F95F1B}"/>
          </ac:spMkLst>
        </pc:spChg>
        <pc:spChg chg="add mod">
          <ac:chgData name="Stuart Morrison" userId="fda9cab9ffbc8268" providerId="LiveId" clId="{A5ECB5D4-EE1F-4F8C-AEFD-A0EF4DCAF5BC}" dt="2025-08-27T16:55:10.545" v="5950" actId="1076"/>
          <ac:spMkLst>
            <pc:docMk/>
            <pc:sldMk cId="2092368965" sldId="276"/>
            <ac:spMk id="48" creationId="{F0DB959E-0F6E-BF1D-5444-236E5325381B}"/>
          </ac:spMkLst>
        </pc:spChg>
        <pc:spChg chg="add mod">
          <ac:chgData name="Stuart Morrison" userId="fda9cab9ffbc8268" providerId="LiveId" clId="{A5ECB5D4-EE1F-4F8C-AEFD-A0EF4DCAF5BC}" dt="2025-08-27T16:55:04.111" v="5947" actId="1076"/>
          <ac:spMkLst>
            <pc:docMk/>
            <pc:sldMk cId="2092368965" sldId="276"/>
            <ac:spMk id="49" creationId="{5292A241-9BF2-C29C-7A1A-0445024BE834}"/>
          </ac:spMkLst>
        </pc:spChg>
        <pc:spChg chg="add mod">
          <ac:chgData name="Stuart Morrison" userId="fda9cab9ffbc8268" providerId="LiveId" clId="{A5ECB5D4-EE1F-4F8C-AEFD-A0EF4DCAF5BC}" dt="2025-08-27T16:55:16.037" v="5953" actId="20577"/>
          <ac:spMkLst>
            <pc:docMk/>
            <pc:sldMk cId="2092368965" sldId="276"/>
            <ac:spMk id="50" creationId="{FE4B4566-43D2-7ECF-CB88-5424D0F6FC07}"/>
          </ac:spMkLst>
        </pc:spChg>
        <pc:spChg chg="add mod">
          <ac:chgData name="Stuart Morrison" userId="fda9cab9ffbc8268" providerId="LiveId" clId="{A5ECB5D4-EE1F-4F8C-AEFD-A0EF4DCAF5BC}" dt="2025-08-27T16:55:01.227" v="5946" actId="1076"/>
          <ac:spMkLst>
            <pc:docMk/>
            <pc:sldMk cId="2092368965" sldId="276"/>
            <ac:spMk id="53" creationId="{79D4443F-46ED-BD25-8820-BD96A019BD63}"/>
          </ac:spMkLst>
        </pc:spChg>
        <pc:spChg chg="add mod">
          <ac:chgData name="Stuart Morrison" userId="fda9cab9ffbc8268" providerId="LiveId" clId="{A5ECB5D4-EE1F-4F8C-AEFD-A0EF4DCAF5BC}" dt="2025-08-27T16:54:54.091" v="5941" actId="1076"/>
          <ac:spMkLst>
            <pc:docMk/>
            <pc:sldMk cId="2092368965" sldId="276"/>
            <ac:spMk id="54" creationId="{8BC05884-620E-6DBB-FA6C-041AD32E92C1}"/>
          </ac:spMkLst>
        </pc:spChg>
        <pc:spChg chg="add mod">
          <ac:chgData name="Stuart Morrison" userId="fda9cab9ffbc8268" providerId="LiveId" clId="{A5ECB5D4-EE1F-4F8C-AEFD-A0EF4DCAF5BC}" dt="2025-08-27T16:55:17.027" v="5954" actId="20577"/>
          <ac:spMkLst>
            <pc:docMk/>
            <pc:sldMk cId="2092368965" sldId="276"/>
            <ac:spMk id="55" creationId="{7632870D-93AD-F0B9-6D27-E4AB3E66687D}"/>
          </ac:spMkLst>
        </pc:spChg>
        <pc:spChg chg="add mod">
          <ac:chgData name="Stuart Morrison" userId="fda9cab9ffbc8268" providerId="LiveId" clId="{A5ECB5D4-EE1F-4F8C-AEFD-A0EF4DCAF5BC}" dt="2025-08-27T16:54:51.562" v="5940" actId="1076"/>
          <ac:spMkLst>
            <pc:docMk/>
            <pc:sldMk cId="2092368965" sldId="276"/>
            <ac:spMk id="58" creationId="{57FB93EB-84C5-DB06-932C-7CAC40E7AF90}"/>
          </ac:spMkLst>
        </pc:spChg>
        <pc:spChg chg="add mod">
          <ac:chgData name="Stuart Morrison" userId="fda9cab9ffbc8268" providerId="LiveId" clId="{A5ECB5D4-EE1F-4F8C-AEFD-A0EF4DCAF5BC}" dt="2025-08-27T16:54:37.752" v="5934" actId="404"/>
          <ac:spMkLst>
            <pc:docMk/>
            <pc:sldMk cId="2092368965" sldId="276"/>
            <ac:spMk id="59" creationId="{FD4F72E4-8BDC-76CB-5681-D0D3B1B0C246}"/>
          </ac:spMkLst>
        </pc:spChg>
        <pc:spChg chg="add mod">
          <ac:chgData name="Stuart Morrison" userId="fda9cab9ffbc8268" providerId="LiveId" clId="{A5ECB5D4-EE1F-4F8C-AEFD-A0EF4DCAF5BC}" dt="2025-08-27T16:56:08.396" v="5980" actId="1076"/>
          <ac:spMkLst>
            <pc:docMk/>
            <pc:sldMk cId="2092368965" sldId="276"/>
            <ac:spMk id="61" creationId="{FD919A9C-1A80-4F5D-5388-0FD1B6EDA242}"/>
          </ac:spMkLst>
        </pc:spChg>
        <pc:spChg chg="add mod">
          <ac:chgData name="Stuart Morrison" userId="fda9cab9ffbc8268" providerId="LiveId" clId="{A5ECB5D4-EE1F-4F8C-AEFD-A0EF4DCAF5BC}" dt="2025-08-27T16:56:36.881" v="5985" actId="20577"/>
          <ac:spMkLst>
            <pc:docMk/>
            <pc:sldMk cId="2092368965" sldId="276"/>
            <ac:spMk id="62" creationId="{9912A045-7792-54CF-2CC5-BB3C55225A7E}"/>
          </ac:spMkLst>
        </pc:spChg>
        <pc:spChg chg="add mod">
          <ac:chgData name="Stuart Morrison" userId="fda9cab9ffbc8268" providerId="LiveId" clId="{A5ECB5D4-EE1F-4F8C-AEFD-A0EF4DCAF5BC}" dt="2025-08-27T16:56:47.487" v="5993" actId="20577"/>
          <ac:spMkLst>
            <pc:docMk/>
            <pc:sldMk cId="2092368965" sldId="276"/>
            <ac:spMk id="63" creationId="{7DBA6302-37BC-835D-5549-BAC2C7C7D748}"/>
          </ac:spMkLst>
        </pc:spChg>
        <pc:spChg chg="add mod">
          <ac:chgData name="Stuart Morrison" userId="fda9cab9ffbc8268" providerId="LiveId" clId="{A5ECB5D4-EE1F-4F8C-AEFD-A0EF4DCAF5BC}" dt="2025-08-27T16:56:59.706" v="6004" actId="20577"/>
          <ac:spMkLst>
            <pc:docMk/>
            <pc:sldMk cId="2092368965" sldId="276"/>
            <ac:spMk id="64" creationId="{BAE3D7C1-04F9-2A89-5EEC-79440A565FD9}"/>
          </ac:spMkLst>
        </pc:spChg>
        <pc:spChg chg="add mod">
          <ac:chgData name="Stuart Morrison" userId="fda9cab9ffbc8268" providerId="LiveId" clId="{A5ECB5D4-EE1F-4F8C-AEFD-A0EF4DCAF5BC}" dt="2025-08-27T16:57:53.806" v="6035" actId="20577"/>
          <ac:spMkLst>
            <pc:docMk/>
            <pc:sldMk cId="2092368965" sldId="276"/>
            <ac:spMk id="65" creationId="{67591F74-ACE1-C25B-A67F-EA4DC140E869}"/>
          </ac:spMkLst>
        </pc:spChg>
        <pc:spChg chg="add mod">
          <ac:chgData name="Stuart Morrison" userId="fda9cab9ffbc8268" providerId="LiveId" clId="{A5ECB5D4-EE1F-4F8C-AEFD-A0EF4DCAF5BC}" dt="2025-08-27T16:57:27.834" v="6028" actId="20577"/>
          <ac:spMkLst>
            <pc:docMk/>
            <pc:sldMk cId="2092368965" sldId="276"/>
            <ac:spMk id="66" creationId="{2F86AB2C-4B0C-2B66-A510-C1BFA3A75E7E}"/>
          </ac:spMkLst>
        </pc:spChg>
        <pc:spChg chg="add mod">
          <ac:chgData name="Stuart Morrison" userId="fda9cab9ffbc8268" providerId="LiveId" clId="{A5ECB5D4-EE1F-4F8C-AEFD-A0EF4DCAF5BC}" dt="2025-08-27T16:57:43.655" v="6032" actId="20577"/>
          <ac:spMkLst>
            <pc:docMk/>
            <pc:sldMk cId="2092368965" sldId="276"/>
            <ac:spMk id="67" creationId="{5586F78F-2D72-4C13-F779-4F3CD2545C23}"/>
          </ac:spMkLst>
        </pc:spChg>
        <pc:cxnChg chg="del mod">
          <ac:chgData name="Stuart Morrison" userId="fda9cab9ffbc8268" providerId="LiveId" clId="{A5ECB5D4-EE1F-4F8C-AEFD-A0EF4DCAF5BC}" dt="2025-08-27T16:50:57.643" v="5813" actId="478"/>
          <ac:cxnSpMkLst>
            <pc:docMk/>
            <pc:sldMk cId="2092368965" sldId="276"/>
            <ac:cxnSpMk id="9" creationId="{9AF76833-CA32-3094-4F5C-9C894385C80C}"/>
          </ac:cxnSpMkLst>
        </pc:cxnChg>
        <pc:cxnChg chg="mod">
          <ac:chgData name="Stuart Morrison" userId="fda9cab9ffbc8268" providerId="LiveId" clId="{A5ECB5D4-EE1F-4F8C-AEFD-A0EF4DCAF5BC}" dt="2025-08-27T16:51:35.523" v="5865" actId="1076"/>
          <ac:cxnSpMkLst>
            <pc:docMk/>
            <pc:sldMk cId="2092368965" sldId="276"/>
            <ac:cxnSpMk id="10" creationId="{71E952D4-2D21-F5AD-44F4-698A9E31CDFC}"/>
          </ac:cxnSpMkLst>
        </pc:cxnChg>
        <pc:cxnChg chg="mod">
          <ac:chgData name="Stuart Morrison" userId="fda9cab9ffbc8268" providerId="LiveId" clId="{A5ECB5D4-EE1F-4F8C-AEFD-A0EF4DCAF5BC}" dt="2025-08-27T16:52:32.610" v="5888" actId="14100"/>
          <ac:cxnSpMkLst>
            <pc:docMk/>
            <pc:sldMk cId="2092368965" sldId="276"/>
            <ac:cxnSpMk id="11" creationId="{1AD3380E-C515-4888-22F0-25DF40A1C745}"/>
          </ac:cxnSpMkLst>
        </pc:cxnChg>
        <pc:cxnChg chg="mod">
          <ac:chgData name="Stuart Morrison" userId="fda9cab9ffbc8268" providerId="LiveId" clId="{A5ECB5D4-EE1F-4F8C-AEFD-A0EF4DCAF5BC}" dt="2025-08-27T16:54:23.846" v="5928" actId="1076"/>
          <ac:cxnSpMkLst>
            <pc:docMk/>
            <pc:sldMk cId="2092368965" sldId="276"/>
            <ac:cxnSpMk id="12" creationId="{2FAA9262-7940-9DFA-5E9D-9FB7D10B4F5F}"/>
          </ac:cxnSpMkLst>
        </pc:cxnChg>
        <pc:cxnChg chg="mod">
          <ac:chgData name="Stuart Morrison" userId="fda9cab9ffbc8268" providerId="LiveId" clId="{A5ECB5D4-EE1F-4F8C-AEFD-A0EF4DCAF5BC}" dt="2025-08-27T16:52:18.971" v="5885" actId="478"/>
          <ac:cxnSpMkLst>
            <pc:docMk/>
            <pc:sldMk cId="2092368965" sldId="276"/>
            <ac:cxnSpMk id="13" creationId="{CEAC6EE6-BB34-03D0-381C-1793E9E3E377}"/>
          </ac:cxnSpMkLst>
        </pc:cxnChg>
        <pc:cxnChg chg="mod">
          <ac:chgData name="Stuart Morrison" userId="fda9cab9ffbc8268" providerId="LiveId" clId="{A5ECB5D4-EE1F-4F8C-AEFD-A0EF4DCAF5BC}" dt="2025-08-27T16:54:23.846" v="5928" actId="1076"/>
          <ac:cxnSpMkLst>
            <pc:docMk/>
            <pc:sldMk cId="2092368965" sldId="276"/>
            <ac:cxnSpMk id="14" creationId="{9CAF11F2-0D3F-348C-72AC-5B9917B202E7}"/>
          </ac:cxnSpMkLst>
        </pc:cxnChg>
        <pc:cxnChg chg="mod">
          <ac:chgData name="Stuart Morrison" userId="fda9cab9ffbc8268" providerId="LiveId" clId="{A5ECB5D4-EE1F-4F8C-AEFD-A0EF4DCAF5BC}" dt="2025-08-27T16:54:23.846" v="5928" actId="1076"/>
          <ac:cxnSpMkLst>
            <pc:docMk/>
            <pc:sldMk cId="2092368965" sldId="276"/>
            <ac:cxnSpMk id="15" creationId="{299CA3D8-9B90-196C-40EE-ED4DFC4897A3}"/>
          </ac:cxnSpMkLst>
        </pc:cxnChg>
        <pc:cxnChg chg="del mod">
          <ac:chgData name="Stuart Morrison" userId="fda9cab9ffbc8268" providerId="LiveId" clId="{A5ECB5D4-EE1F-4F8C-AEFD-A0EF4DCAF5BC}" dt="2025-08-27T16:52:09.540" v="5881" actId="478"/>
          <ac:cxnSpMkLst>
            <pc:docMk/>
            <pc:sldMk cId="2092368965" sldId="276"/>
            <ac:cxnSpMk id="16" creationId="{6FC5F170-75AE-EEB4-FFAF-81936C0E4E83}"/>
          </ac:cxnSpMkLst>
        </pc:cxnChg>
        <pc:cxnChg chg="del mod">
          <ac:chgData name="Stuart Morrison" userId="fda9cab9ffbc8268" providerId="LiveId" clId="{A5ECB5D4-EE1F-4F8C-AEFD-A0EF4DCAF5BC}" dt="2025-08-27T16:52:09.540" v="5881" actId="478"/>
          <ac:cxnSpMkLst>
            <pc:docMk/>
            <pc:sldMk cId="2092368965" sldId="276"/>
            <ac:cxnSpMk id="17" creationId="{59C0EA28-A8DD-2076-6A2E-4D05EADB4C2F}"/>
          </ac:cxnSpMkLst>
        </pc:cxnChg>
        <pc:cxnChg chg="add mod">
          <ac:chgData name="Stuart Morrison" userId="fda9cab9ffbc8268" providerId="LiveId" clId="{A5ECB5D4-EE1F-4F8C-AEFD-A0EF4DCAF5BC}" dt="2025-08-27T16:52:29.905" v="5887" actId="1076"/>
          <ac:cxnSpMkLst>
            <pc:docMk/>
            <pc:sldMk cId="2092368965" sldId="276"/>
            <ac:cxnSpMk id="40" creationId="{9C169CA7-2CF3-6AA6-0E4B-B243F5AA368E}"/>
          </ac:cxnSpMkLst>
        </pc:cxnChg>
        <pc:cxnChg chg="add mod">
          <ac:chgData name="Stuart Morrison" userId="fda9cab9ffbc8268" providerId="LiveId" clId="{A5ECB5D4-EE1F-4F8C-AEFD-A0EF4DCAF5BC}" dt="2025-08-27T16:52:29.905" v="5887" actId="1076"/>
          <ac:cxnSpMkLst>
            <pc:docMk/>
            <pc:sldMk cId="2092368965" sldId="276"/>
            <ac:cxnSpMk id="41" creationId="{1DBF21C3-AC7F-6F97-E5BD-4935AE0D8021}"/>
          </ac:cxnSpMkLst>
        </pc:cxnChg>
        <pc:cxnChg chg="add mod">
          <ac:chgData name="Stuart Morrison" userId="fda9cab9ffbc8268" providerId="LiveId" clId="{A5ECB5D4-EE1F-4F8C-AEFD-A0EF4DCAF5BC}" dt="2025-08-27T16:54:09.286" v="5923" actId="1076"/>
          <ac:cxnSpMkLst>
            <pc:docMk/>
            <pc:sldMk cId="2092368965" sldId="276"/>
            <ac:cxnSpMk id="51" creationId="{ED0ED795-8884-6CB6-18CC-09822D5F9482}"/>
          </ac:cxnSpMkLst>
        </pc:cxnChg>
        <pc:cxnChg chg="add mod">
          <ac:chgData name="Stuart Morrison" userId="fda9cab9ffbc8268" providerId="LiveId" clId="{A5ECB5D4-EE1F-4F8C-AEFD-A0EF4DCAF5BC}" dt="2025-08-27T16:54:09.286" v="5923" actId="1076"/>
          <ac:cxnSpMkLst>
            <pc:docMk/>
            <pc:sldMk cId="2092368965" sldId="276"/>
            <ac:cxnSpMk id="52" creationId="{32C2E79B-70FB-6F3B-AA99-47629953BA5C}"/>
          </ac:cxnSpMkLst>
        </pc:cxnChg>
        <pc:cxnChg chg="add mod">
          <ac:chgData name="Stuart Morrison" userId="fda9cab9ffbc8268" providerId="LiveId" clId="{A5ECB5D4-EE1F-4F8C-AEFD-A0EF4DCAF5BC}" dt="2025-08-27T16:54:13.255" v="5925" actId="1076"/>
          <ac:cxnSpMkLst>
            <pc:docMk/>
            <pc:sldMk cId="2092368965" sldId="276"/>
            <ac:cxnSpMk id="56" creationId="{59267F91-96A7-C3F4-514D-0839E6191397}"/>
          </ac:cxnSpMkLst>
        </pc:cxnChg>
        <pc:cxnChg chg="add mod">
          <ac:chgData name="Stuart Morrison" userId="fda9cab9ffbc8268" providerId="LiveId" clId="{A5ECB5D4-EE1F-4F8C-AEFD-A0EF4DCAF5BC}" dt="2025-08-27T16:54:13.255" v="5925" actId="1076"/>
          <ac:cxnSpMkLst>
            <pc:docMk/>
            <pc:sldMk cId="2092368965" sldId="276"/>
            <ac:cxnSpMk id="57" creationId="{2485A873-88A8-C982-E22B-5BA156C15842}"/>
          </ac:cxnSpMkLst>
        </pc:cxnChg>
      </pc:sldChg>
      <pc:sldChg chg="addSp modSp new mod setBg">
        <pc:chgData name="Stuart Morrison" userId="fda9cab9ffbc8268" providerId="LiveId" clId="{A5ECB5D4-EE1F-4F8C-AEFD-A0EF4DCAF5BC}" dt="2025-08-27T17:04:18.255" v="6772"/>
        <pc:sldMkLst>
          <pc:docMk/>
          <pc:sldMk cId="671441570" sldId="277"/>
        </pc:sldMkLst>
        <pc:spChg chg="add mod">
          <ac:chgData name="Stuart Morrison" userId="fda9cab9ffbc8268" providerId="LiveId" clId="{A5ECB5D4-EE1F-4F8C-AEFD-A0EF4DCAF5BC}" dt="2025-08-27T16:46:29.657" v="5252" actId="20577"/>
          <ac:spMkLst>
            <pc:docMk/>
            <pc:sldMk cId="671441570" sldId="277"/>
            <ac:spMk id="2" creationId="{86900F4C-9990-E533-FAAC-63068E89AD96}"/>
          </ac:spMkLst>
        </pc:spChg>
        <pc:spChg chg="add mod">
          <ac:chgData name="Stuart Morrison" userId="fda9cab9ffbc8268" providerId="LiveId" clId="{A5ECB5D4-EE1F-4F8C-AEFD-A0EF4DCAF5BC}" dt="2025-08-27T16:49:28.922" v="5804" actId="20577"/>
          <ac:spMkLst>
            <pc:docMk/>
            <pc:sldMk cId="671441570" sldId="277"/>
            <ac:spMk id="3" creationId="{5AF7A2B7-7216-AE81-A10C-F1A051E9F91F}"/>
          </ac:spMkLst>
        </pc:spChg>
        <pc:picChg chg="add mod">
          <ac:chgData name="Stuart Morrison" userId="fda9cab9ffbc8268" providerId="LiveId" clId="{A5ECB5D4-EE1F-4F8C-AEFD-A0EF4DCAF5BC}" dt="2025-08-27T16:50:00.097" v="5809" actId="1076"/>
          <ac:picMkLst>
            <pc:docMk/>
            <pc:sldMk cId="671441570" sldId="277"/>
            <ac:picMk id="5" creationId="{A04DFC18-EEB5-C767-E32B-28606E68019D}"/>
          </ac:picMkLst>
        </pc:picChg>
      </pc:sldChg>
      <pc:sldChg chg="add">
        <pc:chgData name="Stuart Morrison" userId="fda9cab9ffbc8268" providerId="LiveId" clId="{A5ECB5D4-EE1F-4F8C-AEFD-A0EF4DCAF5BC}" dt="2025-08-27T16:58:51.850" v="6036"/>
        <pc:sldMkLst>
          <pc:docMk/>
          <pc:sldMk cId="3202583710" sldId="278"/>
        </pc:sldMkLst>
      </pc:sldChg>
      <pc:sldChg chg="delSp modSp add mod setBg">
        <pc:chgData name="Stuart Morrison" userId="fda9cab9ffbc8268" providerId="LiveId" clId="{A5ECB5D4-EE1F-4F8C-AEFD-A0EF4DCAF5BC}" dt="2025-08-27T17:04:18.255" v="6772"/>
        <pc:sldMkLst>
          <pc:docMk/>
          <pc:sldMk cId="1496049478" sldId="279"/>
        </pc:sldMkLst>
        <pc:spChg chg="mod">
          <ac:chgData name="Stuart Morrison" userId="fda9cab9ffbc8268" providerId="LiveId" clId="{A5ECB5D4-EE1F-4F8C-AEFD-A0EF4DCAF5BC}" dt="2025-08-27T16:59:03.258" v="6070" actId="20577"/>
          <ac:spMkLst>
            <pc:docMk/>
            <pc:sldMk cId="1496049478" sldId="279"/>
            <ac:spMk id="2" creationId="{278F1F3E-414A-045C-CDCA-733E255C7C5E}"/>
          </ac:spMkLst>
        </pc:spChg>
        <pc:spChg chg="mod">
          <ac:chgData name="Stuart Morrison" userId="fda9cab9ffbc8268" providerId="LiveId" clId="{A5ECB5D4-EE1F-4F8C-AEFD-A0EF4DCAF5BC}" dt="2025-08-27T17:01:27.758" v="6672" actId="20577"/>
          <ac:spMkLst>
            <pc:docMk/>
            <pc:sldMk cId="1496049478" sldId="279"/>
            <ac:spMk id="3" creationId="{BCF5EA5D-9EBF-5317-9BC7-122028C28A80}"/>
          </ac:spMkLst>
        </pc:spChg>
        <pc:picChg chg="del">
          <ac:chgData name="Stuart Morrison" userId="fda9cab9ffbc8268" providerId="LiveId" clId="{A5ECB5D4-EE1F-4F8C-AEFD-A0EF4DCAF5BC}" dt="2025-08-27T16:59:04.759" v="6071" actId="478"/>
          <ac:picMkLst>
            <pc:docMk/>
            <pc:sldMk cId="1496049478" sldId="279"/>
            <ac:picMk id="5" creationId="{695E6AC9-5B92-5B69-3520-0A16C466FF98}"/>
          </ac:picMkLst>
        </pc:picChg>
      </pc:sldChg>
      <pc:sldChg chg="addSp delSp modSp add mod setBg">
        <pc:chgData name="Stuart Morrison" userId="fda9cab9ffbc8268" providerId="LiveId" clId="{A5ECB5D4-EE1F-4F8C-AEFD-A0EF4DCAF5BC}" dt="2025-08-27T17:09:18.361" v="7136" actId="20577"/>
        <pc:sldMkLst>
          <pc:docMk/>
          <pc:sldMk cId="2273460184" sldId="280"/>
        </pc:sldMkLst>
        <pc:spChg chg="mod">
          <ac:chgData name="Stuart Morrison" userId="fda9cab9ffbc8268" providerId="LiveId" clId="{A5ECB5D4-EE1F-4F8C-AEFD-A0EF4DCAF5BC}" dt="2025-08-27T17:08:10.047" v="7040" actId="20577"/>
          <ac:spMkLst>
            <pc:docMk/>
            <pc:sldMk cId="2273460184" sldId="280"/>
            <ac:spMk id="2" creationId="{EC8971A2-75D8-24B6-0097-96AC41D4E151}"/>
          </ac:spMkLst>
        </pc:spChg>
        <pc:spChg chg="del">
          <ac:chgData name="Stuart Morrison" userId="fda9cab9ffbc8268" providerId="LiveId" clId="{A5ECB5D4-EE1F-4F8C-AEFD-A0EF4DCAF5BC}" dt="2025-08-27T17:01:50.038" v="6674" actId="478"/>
          <ac:spMkLst>
            <pc:docMk/>
            <pc:sldMk cId="2273460184" sldId="280"/>
            <ac:spMk id="3" creationId="{BE47B683-0FBD-C04B-159E-408D11181E3F}"/>
          </ac:spMkLst>
        </pc:spChg>
        <pc:graphicFrameChg chg="add mod modGraphic">
          <ac:chgData name="Stuart Morrison" userId="fda9cab9ffbc8268" providerId="LiveId" clId="{A5ECB5D4-EE1F-4F8C-AEFD-A0EF4DCAF5BC}" dt="2025-08-27T17:09:18.361" v="7136" actId="20577"/>
          <ac:graphicFrameMkLst>
            <pc:docMk/>
            <pc:sldMk cId="2273460184" sldId="280"/>
            <ac:graphicFrameMk id="4" creationId="{55F4E341-4C33-266E-A708-4F4BFB738D3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D5BCD-5B7A-434B-AA29-3D725FAB08A3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38FF7-4A88-4AFB-BE8D-962B583A9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6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CEFE8-B444-A223-1672-6DF698F1C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8D1D9-9CF7-09A7-E7FB-F0EB1ABE5F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9F8B3-0C8D-2F12-ED6E-57F25CAE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C0C98-2EA7-C8AA-634C-14E0ADB9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3AC77-8E85-0E99-1D83-A8CF628B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CB19-DE08-E2D4-6661-08DFE75C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D1E68-A5FC-3502-12E2-3DCAF0E40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D7495-D9DE-4778-6FB2-AAEAD59F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955A2-AD81-9F81-05DC-E1A3FBFB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2396-CBFD-9376-48A1-98C2A39A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2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31C0-1581-B1BB-0BA0-5484E3A7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80C27-EADC-2FF5-2901-75C4D8D8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9E849-773A-34C3-0584-35E49F64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D4150-4388-0566-6DE8-D1B77789B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7147C-1C4D-9381-B409-9E75C5F2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9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E09B-CB2B-75FE-DD4B-47BB0BD6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BCBB-2C68-13A5-B5C6-BA8FACBFB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471B1-6D72-8750-D0E2-7A9948562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E7AC3-C02A-C626-1E57-6FD0B84A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B3CEB-6D5E-0E57-64C0-B4A3B0FD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2D1A4-E19B-F72B-00EB-AF5925480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23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1AAA-B161-4B09-1B2E-F5C3C0BEE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4B083-E431-1A99-C608-66E076063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1A013-676C-BAD8-F06F-E650CEEBB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9ADF3-0075-66BD-5942-A6D26081D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68EF9-8CA2-23AF-1A77-954A0AE52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481E8C-C4BF-5CA3-DA6D-A7BB5FF6B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ED82BE-FEB9-BB4C-F64E-6C5981BF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2750A9-3D07-D53B-F3EE-1CAE88A7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3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840-97CA-0FB3-09DE-AFA9A303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877BC-4951-0715-D920-0AF58D1B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BC4C3-7575-BADE-5998-78214B64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345AA-A81B-B2B4-EEB4-C90F34A5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34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C9C5F0-D456-92C8-C8C0-6084A06A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9557A-D65C-3D43-6F9D-09BF518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79EBD-4A3C-B2D7-4E58-DB33D8CF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56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E3CA5-D9F8-599D-C641-0C112DDA2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E90C3-0D3A-0AA5-AB58-802697473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D5F7E-41A6-3B13-09BC-234A95AAA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6573F-C647-B0B4-E2A8-A540D9A2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43C33-900C-FC98-8593-5FE1F3F0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53DAF-3433-B9BC-89DB-FA9BCB0B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2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F83C-9F8F-0184-7601-3D6EF4EEA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3508A-F8A1-1378-1941-23C4A6B1B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82DD6-1393-78C5-5353-A2DF7934B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87652-1A85-74F6-BDAC-F1530385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B464E-B0FF-038E-4801-002D1B0DA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5686E-219D-4C4E-B7F6-B3F06C6C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0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36B25-E605-EF4D-A8A8-F822C387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F363B-9E18-2A6B-7845-3E009C50E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9CB73-5C52-B9CE-5B24-ADA0B1D6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B0B20-6CF0-9F42-5C2A-0BEBCADE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4CA92-7260-74D0-729B-EEC4E972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0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6411A-55CD-B748-2FF8-F51852D3A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580A3-6A64-89AF-5C14-A8A5C161E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472FF-0D5E-0439-C3F8-0C65E542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AA9B5-D327-3267-7EF7-2C3DC2C5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5DCAD-CE94-1B03-8B5A-DD6A4D66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6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CF57D6-AC4B-C950-42F0-3E42F169B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3D39E-05FC-9039-EA93-754C3C1FE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03CFA-12E8-CE35-FEFB-2E37C8879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732AD-8391-4DE4-A4CD-D5E0724988F5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ADDE2-0064-452F-A62D-15F91BCB8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6FFD1-61DB-E99E-2917-5D1BAB313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59E82-A7E6-4502-8F14-AFCBEF38A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79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0F70F-34AD-1C3A-E19D-F6DE6D48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30E741-3BBA-5DA7-BDAB-699F6215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Pure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75939-E7B7-3AF5-C0A4-9A0A7E6B5E78}"/>
              </a:ext>
            </a:extLst>
          </p:cNvPr>
          <p:cNvSpPr txBox="1"/>
          <p:nvPr/>
        </p:nvSpPr>
        <p:spPr>
          <a:xfrm>
            <a:off x="838200" y="1037230"/>
            <a:ext cx="107419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Your outcomes in the world don’t just depend on your own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people around you are also making decisions/actions that affect you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goal: Find the pairs of actions where no one wants to change their mind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think about this as every player being at their </a:t>
            </a:r>
            <a:r>
              <a:rPr lang="en-US" b="1" dirty="0"/>
              <a:t>local and individual</a:t>
            </a:r>
            <a:r>
              <a:rPr lang="en-US" dirty="0"/>
              <a:t> optimal point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 this to the monopoly maximizing profit, where the monopoly is at the </a:t>
            </a:r>
            <a:r>
              <a:rPr lang="en-US" b="1" dirty="0"/>
              <a:t>global</a:t>
            </a:r>
            <a:r>
              <a:rPr lang="en-US" dirty="0"/>
              <a:t> optimal point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call these points Nash Equilibria</a:t>
            </a:r>
          </a:p>
        </p:txBody>
      </p:sp>
    </p:spTree>
    <p:extLst>
      <p:ext uri="{BB962C8B-B14F-4D97-AF65-F5344CB8AC3E}">
        <p14:creationId xmlns:p14="http://schemas.microsoft.com/office/powerpoint/2010/main" val="157779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468E34-570E-A774-07D1-E6A310A6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Pure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255A2-0797-39B0-763E-ECD60218165D}"/>
              </a:ext>
            </a:extLst>
          </p:cNvPr>
          <p:cNvSpPr txBox="1"/>
          <p:nvPr/>
        </p:nvSpPr>
        <p:spPr>
          <a:xfrm>
            <a:off x="838200" y="1037230"/>
            <a:ext cx="10741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useful to think about the questions are asking, and those we aren’t asking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We are asking: </a:t>
            </a:r>
            <a:r>
              <a:rPr lang="en-US" dirty="0"/>
              <a:t>What are the pairs of decisions so that no individual would want to deviate? That is, what are the Nash Equilibria?</a:t>
            </a:r>
          </a:p>
          <a:p>
            <a:endParaRPr lang="en-US" b="1" dirty="0"/>
          </a:p>
          <a:p>
            <a:r>
              <a:rPr lang="en-US" b="1" dirty="0"/>
              <a:t>We are not asking: </a:t>
            </a:r>
            <a:r>
              <a:rPr lang="en-US" dirty="0"/>
              <a:t>How do I know that the other player is playing its Nash Equilibrium strategy?</a:t>
            </a:r>
          </a:p>
          <a:p>
            <a:endParaRPr lang="en-US" b="1" dirty="0"/>
          </a:p>
          <a:p>
            <a:r>
              <a:rPr lang="en-US" b="1" dirty="0"/>
              <a:t>We are not asking: </a:t>
            </a:r>
            <a:r>
              <a:rPr lang="en-US" dirty="0"/>
              <a:t>If there are multiple Nash Equilibria, which one should I choose?</a:t>
            </a:r>
          </a:p>
          <a:p>
            <a:endParaRPr lang="en-US" b="1" dirty="0"/>
          </a:p>
          <a:p>
            <a:r>
              <a:rPr lang="en-US" b="1" dirty="0"/>
              <a:t>We are not asking: </a:t>
            </a:r>
            <a:r>
              <a:rPr lang="en-US" dirty="0"/>
              <a:t>How do I even know what the other player’s payoffs are?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These are all interesting questions – but in  this course we’re really just focused on finding the Nash Equilibria</a:t>
            </a:r>
          </a:p>
        </p:txBody>
      </p:sp>
      <p:pic>
        <p:nvPicPr>
          <p:cNvPr id="7" name="Graphic 6" descr="Badge Tick with solid fill">
            <a:extLst>
              <a:ext uri="{FF2B5EF4-FFF2-40B4-BE49-F238E27FC236}">
                <a16:creationId xmlns:a16="http://schemas.microsoft.com/office/drawing/2014/main" id="{6450D3FF-1378-815F-F6D8-9BF3FF720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51" y="1510637"/>
            <a:ext cx="713949" cy="713949"/>
          </a:xfrm>
          <a:prstGeom prst="rect">
            <a:avLst/>
          </a:prstGeom>
        </p:spPr>
      </p:pic>
      <p:pic>
        <p:nvPicPr>
          <p:cNvPr id="9" name="Graphic 8" descr="Badge Cross with solid fill">
            <a:extLst>
              <a:ext uri="{FF2B5EF4-FFF2-40B4-BE49-F238E27FC236}">
                <a16:creationId xmlns:a16="http://schemas.microsoft.com/office/drawing/2014/main" id="{B335A444-D036-1CBA-362E-BE91BD3691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625" y="2349500"/>
            <a:ext cx="457200" cy="457200"/>
          </a:xfrm>
          <a:prstGeom prst="rect">
            <a:avLst/>
          </a:prstGeom>
        </p:spPr>
      </p:pic>
      <p:pic>
        <p:nvPicPr>
          <p:cNvPr id="10" name="Graphic 9" descr="Badge Cross with solid fill">
            <a:extLst>
              <a:ext uri="{FF2B5EF4-FFF2-40B4-BE49-F238E27FC236}">
                <a16:creationId xmlns:a16="http://schemas.microsoft.com/office/drawing/2014/main" id="{946F5E2D-34A6-AA2F-5DE0-DEEE2615C2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625" y="2889250"/>
            <a:ext cx="457200" cy="457200"/>
          </a:xfrm>
          <a:prstGeom prst="rect">
            <a:avLst/>
          </a:prstGeom>
        </p:spPr>
      </p:pic>
      <p:pic>
        <p:nvPicPr>
          <p:cNvPr id="11" name="Graphic 10" descr="Badge Cross with solid fill">
            <a:extLst>
              <a:ext uri="{FF2B5EF4-FFF2-40B4-BE49-F238E27FC236}">
                <a16:creationId xmlns:a16="http://schemas.microsoft.com/office/drawing/2014/main" id="{CF823C3A-CBAC-5F43-23B4-2C39FE258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625" y="34290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8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3A296-35CC-5105-84BE-346216AF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46CEF-0F89-D02D-43E2-6468C2D5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Pure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FF1C8-A4B8-10A3-65E0-B28BF5446FFD}"/>
              </a:ext>
            </a:extLst>
          </p:cNvPr>
          <p:cNvSpPr txBox="1"/>
          <p:nvPr/>
        </p:nvSpPr>
        <p:spPr>
          <a:xfrm>
            <a:off x="838200" y="1037230"/>
            <a:ext cx="107419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we find Nash Equilibria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Start with our payoff matrix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 Player 2’s decision to play option 1: What is the best decision Player 1 could make?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 Player 2’s decision to play option 2: What is the best decision Player 1 could make?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 the same, switching Player 1 and Player 2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Where the best decisions point to the same cell, this is a Nash Equilibrium – it means that both players’ best decisions should end up in the same place. Neither player would want to make a different decision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The arrows we draw encode the </a:t>
            </a:r>
            <a:r>
              <a:rPr lang="en-US" b="1" dirty="0"/>
              <a:t>Best Response</a:t>
            </a:r>
            <a:r>
              <a:rPr lang="en-US" dirty="0"/>
              <a:t> function of each player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41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15735F-493A-584F-0582-0E97866FD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83176"/>
              </p:ext>
            </p:extLst>
          </p:nvPr>
        </p:nvGraphicFramePr>
        <p:xfrm>
          <a:off x="1892301" y="766233"/>
          <a:ext cx="8020050" cy="4106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350">
                  <a:extLst>
                    <a:ext uri="{9D8B030D-6E8A-4147-A177-3AD203B41FA5}">
                      <a16:colId xmlns:a16="http://schemas.microsoft.com/office/drawing/2014/main" val="1268801454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117424486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532021157"/>
                    </a:ext>
                  </a:extLst>
                </a:gridCol>
              </a:tblGrid>
              <a:tr h="13687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Firm 1 enters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Firm 1 does not enter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86237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Firm 2 enters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F1 profit = -1</a:t>
                      </a:r>
                    </a:p>
                    <a:p>
                      <a:r>
                        <a:rPr lang="en-US" dirty="0"/>
                        <a:t>F2 profit = -1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F1 profit = 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F2 profit = 1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938750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Firm 2 does not enter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F1 profit =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F2 profit = 0</a:t>
                      </a:r>
                    </a:p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F1 profit = 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F2 profit = 0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4162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24F7D3-29CB-6F1F-127A-A5B859F07BC0}"/>
              </a:ext>
            </a:extLst>
          </p:cNvPr>
          <p:cNvSpPr txBox="1"/>
          <p:nvPr/>
        </p:nvSpPr>
        <p:spPr>
          <a:xfrm>
            <a:off x="69850" y="6350"/>
            <a:ext cx="1202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firm entry game from last lecture</a:t>
            </a:r>
          </a:p>
        </p:txBody>
      </p:sp>
    </p:spTree>
    <p:extLst>
      <p:ext uri="{BB962C8B-B14F-4D97-AF65-F5344CB8AC3E}">
        <p14:creationId xmlns:p14="http://schemas.microsoft.com/office/powerpoint/2010/main" val="255193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D6732-86A6-6BB3-AD77-7DCE4F39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A5FDD6-8F60-720A-9201-C70DE537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090A5-5E09-83C5-10B6-6CFDD1F5EBF1}"/>
              </a:ext>
            </a:extLst>
          </p:cNvPr>
          <p:cNvSpPr txBox="1"/>
          <p:nvPr/>
        </p:nvSpPr>
        <p:spPr>
          <a:xfrm>
            <a:off x="838200" y="1049930"/>
            <a:ext cx="10741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the optimal play for you to make is randomizing your moves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true in many real-life games: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 poker, there is a game-theory optimal portion of the time that you should </a:t>
            </a:r>
            <a:r>
              <a:rPr lang="en-US" b="1" dirty="0"/>
              <a:t>bluff </a:t>
            </a:r>
            <a:r>
              <a:rPr lang="en-US" dirty="0"/>
              <a:t>rather than </a:t>
            </a:r>
            <a:r>
              <a:rPr lang="en-US" b="1" dirty="0"/>
              <a:t>fold. </a:t>
            </a:r>
            <a:r>
              <a:rPr lang="en-US" dirty="0"/>
              <a:t>If you don’t randomize correctly, other players can get an edge over you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 soccer, there is a game-theory optimal portion of the time you should </a:t>
            </a:r>
            <a:r>
              <a:rPr lang="en-US" b="1" dirty="0"/>
              <a:t>kick a penalty to the right </a:t>
            </a:r>
            <a:r>
              <a:rPr lang="en-US" dirty="0"/>
              <a:t>rather than the </a:t>
            </a:r>
            <a:r>
              <a:rPr lang="en-US" b="1" dirty="0"/>
              <a:t>left. </a:t>
            </a:r>
            <a:r>
              <a:rPr lang="en-US" dirty="0"/>
              <a:t>If you don’t randomize correctly, the goalie can save it more often than not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these settings, players often know they are playing these games and they </a:t>
            </a:r>
            <a:r>
              <a:rPr lang="en-US" b="1" dirty="0"/>
              <a:t>do actually </a:t>
            </a:r>
            <a:r>
              <a:rPr lang="en-US" dirty="0"/>
              <a:t>play their equilibrium mixed strategies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Here, our Nash Equilibria are when </a:t>
            </a:r>
            <a:r>
              <a:rPr lang="en-US" b="1" dirty="0"/>
              <a:t>both players want to randomize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13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602CA-61FA-59AA-0AD9-0F302E43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B66ED0-899B-876E-1DC7-1EE2B43C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DBEED-E299-105F-9B4C-9C32E23C9574}"/>
              </a:ext>
            </a:extLst>
          </p:cNvPr>
          <p:cNvSpPr txBox="1"/>
          <p:nvPr/>
        </p:nvSpPr>
        <p:spPr>
          <a:xfrm>
            <a:off x="838200" y="1037230"/>
            <a:ext cx="107419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Again, it’s useful to think about the questions are asking, and those we aren’t asking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We are asking: </a:t>
            </a:r>
            <a:r>
              <a:rPr lang="en-US" dirty="0"/>
              <a:t>What are the probabilities both players should make decisions so that both players want to keep randomizing?</a:t>
            </a:r>
          </a:p>
          <a:p>
            <a:endParaRPr lang="en-US" b="1" dirty="0"/>
          </a:p>
          <a:p>
            <a:r>
              <a:rPr lang="en-US" b="1" dirty="0"/>
              <a:t>We are not asking: </a:t>
            </a:r>
            <a:r>
              <a:rPr lang="en-US" dirty="0"/>
              <a:t>How do I know the other player is not just playing a pure strategy game – that is, not randomizing?</a:t>
            </a:r>
          </a:p>
          <a:p>
            <a:endParaRPr lang="en-US" b="1" dirty="0"/>
          </a:p>
          <a:p>
            <a:r>
              <a:rPr lang="en-US" b="1" dirty="0"/>
              <a:t>We are not asking: </a:t>
            </a:r>
            <a:r>
              <a:rPr lang="en-US" dirty="0"/>
              <a:t>How do I know the other player is randomizing correctly?</a:t>
            </a:r>
          </a:p>
          <a:p>
            <a:endParaRPr lang="en-US" b="1" dirty="0"/>
          </a:p>
          <a:p>
            <a:r>
              <a:rPr lang="en-US" b="1" dirty="0"/>
              <a:t>We are not asking: </a:t>
            </a:r>
            <a:r>
              <a:rPr lang="en-US" dirty="0"/>
              <a:t>How do I even know the other player’s probabilities they are using?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These are all interesting questions – but in  this course we’re really just focused on finding the mixed Nash Equilibrium probabilities</a:t>
            </a:r>
          </a:p>
        </p:txBody>
      </p:sp>
      <p:pic>
        <p:nvPicPr>
          <p:cNvPr id="7" name="Graphic 6" descr="Badge Tick with solid fill">
            <a:extLst>
              <a:ext uri="{FF2B5EF4-FFF2-40B4-BE49-F238E27FC236}">
                <a16:creationId xmlns:a16="http://schemas.microsoft.com/office/drawing/2014/main" id="{7F4A1324-DF2C-37FC-BFE6-23309210B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51" y="1510637"/>
            <a:ext cx="713949" cy="713949"/>
          </a:xfrm>
          <a:prstGeom prst="rect">
            <a:avLst/>
          </a:prstGeom>
        </p:spPr>
      </p:pic>
      <p:pic>
        <p:nvPicPr>
          <p:cNvPr id="9" name="Graphic 8" descr="Badge Cross with solid fill">
            <a:extLst>
              <a:ext uri="{FF2B5EF4-FFF2-40B4-BE49-F238E27FC236}">
                <a16:creationId xmlns:a16="http://schemas.microsoft.com/office/drawing/2014/main" id="{876D857A-FACA-2365-9F18-91779FB81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625" y="2459536"/>
            <a:ext cx="457200" cy="457200"/>
          </a:xfrm>
          <a:prstGeom prst="rect">
            <a:avLst/>
          </a:prstGeom>
        </p:spPr>
      </p:pic>
      <p:pic>
        <p:nvPicPr>
          <p:cNvPr id="10" name="Graphic 9" descr="Badge Cross with solid fill">
            <a:extLst>
              <a:ext uri="{FF2B5EF4-FFF2-40B4-BE49-F238E27FC236}">
                <a16:creationId xmlns:a16="http://schemas.microsoft.com/office/drawing/2014/main" id="{BB60F3C8-4CE6-6FC1-C330-E0538BDB7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625" y="3151686"/>
            <a:ext cx="457200" cy="457200"/>
          </a:xfrm>
          <a:prstGeom prst="rect">
            <a:avLst/>
          </a:prstGeom>
        </p:spPr>
      </p:pic>
      <p:pic>
        <p:nvPicPr>
          <p:cNvPr id="11" name="Graphic 10" descr="Badge Cross with solid fill">
            <a:extLst>
              <a:ext uri="{FF2B5EF4-FFF2-40B4-BE49-F238E27FC236}">
                <a16:creationId xmlns:a16="http://schemas.microsoft.com/office/drawing/2014/main" id="{5F74D4E9-C145-C736-B162-24C2FCDC36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625" y="37338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80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46FA3-BC48-91C7-8AE0-3826CCA0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1AC158-AC80-0874-DA62-4AC93E145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684A1-00C6-0853-8523-B10B0D55A5C0}"/>
              </a:ext>
            </a:extLst>
          </p:cNvPr>
          <p:cNvSpPr txBox="1"/>
          <p:nvPr/>
        </p:nvSpPr>
        <p:spPr>
          <a:xfrm>
            <a:off x="838200" y="1037230"/>
            <a:ext cx="10741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have a thought experiment of why these mixed strategies arise </a:t>
            </a:r>
          </a:p>
          <a:p>
            <a:endParaRPr lang="en-US" dirty="0"/>
          </a:p>
          <a:p>
            <a:r>
              <a:rPr lang="en-US" dirty="0"/>
              <a:t>Imagine a casino is designing a new roulette game where </a:t>
            </a:r>
            <a:r>
              <a:rPr lang="en-US" b="1" dirty="0"/>
              <a:t>red or black is chosen randomly</a:t>
            </a:r>
          </a:p>
          <a:p>
            <a:endParaRPr lang="en-US" b="1" dirty="0"/>
          </a:p>
          <a:p>
            <a:r>
              <a:rPr lang="en-US" dirty="0"/>
              <a:t>The gambler is going to play this game by also choosing </a:t>
            </a:r>
            <a:r>
              <a:rPr lang="en-US" b="1" dirty="0"/>
              <a:t>red or black randomly</a:t>
            </a:r>
          </a:p>
          <a:p>
            <a:endParaRPr lang="en-US" b="1" dirty="0"/>
          </a:p>
          <a:p>
            <a:r>
              <a:rPr lang="en-US" dirty="0"/>
              <a:t>If the gambler chooses correctly, they win. The winner gets $1, the loser loses $1</a:t>
            </a:r>
          </a:p>
          <a:p>
            <a:endParaRPr lang="en-US" dirty="0"/>
          </a:p>
          <a:p>
            <a:r>
              <a:rPr lang="en-US" b="1" dirty="0"/>
              <a:t>Two key 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With what probability should the casino game show red or black?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With what probability should the gambler choose red or black?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Let’s reason through this, before solving it properly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54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EAF32-F3C2-E0A0-FC4B-E2C57422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628B7C-18EB-58BD-DD57-E1BB24A9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FF203-6EA7-DA07-6835-EB5D43D65EB8}"/>
              </a:ext>
            </a:extLst>
          </p:cNvPr>
          <p:cNvSpPr txBox="1"/>
          <p:nvPr/>
        </p:nvSpPr>
        <p:spPr>
          <a:xfrm>
            <a:off x="838200" y="1037230"/>
            <a:ext cx="10741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1 -</a:t>
            </a:r>
            <a:r>
              <a:rPr lang="en-US" dirty="0"/>
              <a:t> With what probability should the casino game show red or black?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casino game shows red 75% of the time: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gambler should always choose red because they have a 75% chance of winning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gambler gets an edge here and would not randomize (not a NE!)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casino game shows red 25% of the time: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gambler should always choose black because they have a 75% chance of winning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gambler gets an edge here and would not randomize (not a NE!)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casino game shows red 50% of the time: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gambler should be indifferent between choosing black or red, there’s no edge they can gain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casino game having red pop up 50% is part of the mixed strategy Nash Equilibrium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03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42FAC-41D4-2469-C6F7-2CB8583C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4D95DD-2FDE-4DA4-3BCC-39CDCAC2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D9B4A-1D5F-1998-B478-3C197EF6903D}"/>
              </a:ext>
            </a:extLst>
          </p:cNvPr>
          <p:cNvSpPr txBox="1"/>
          <p:nvPr/>
        </p:nvSpPr>
        <p:spPr>
          <a:xfrm>
            <a:off x="838200" y="1037230"/>
            <a:ext cx="107419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r>
              <a:rPr lang="en-US" dirty="0"/>
              <a:t> - With what probability should the gambler choose red or black?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gambler chooses red 75% of the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casino should design their game to always show black because they have a 75% chance of winning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casino gets an edge here and would not randomize (not a NE!)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gambler chooses red 25% of the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casino should design their game to always show red because they have a 75% chance of winning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casino gets an edge here and would not randomize (not a NE!)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gambler chooses red 50% of the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casino should be indifferent between their game showing black or red, there’s no edge they can gain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gambler choosing red 50% of the time is part of the mixed strategy Nash Equilibrium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96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8B82E-C15E-95DA-C890-5C0F758A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C10BDC-AD3C-C841-4240-D42E92A22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80"/>
            <a:ext cx="10515600" cy="695325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strategy game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36964-5FBC-D764-CD81-275F82857B81}"/>
              </a:ext>
            </a:extLst>
          </p:cNvPr>
          <p:cNvSpPr txBox="1"/>
          <p:nvPr/>
        </p:nvSpPr>
        <p:spPr>
          <a:xfrm>
            <a:off x="838200" y="1037230"/>
            <a:ext cx="10741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for our mixed strategy Nash Equilibrium, we have two conditions that need to happen at once!</a:t>
            </a:r>
          </a:p>
          <a:p>
            <a:endParaRPr lang="en-US" dirty="0"/>
          </a:p>
          <a:p>
            <a:r>
              <a:rPr lang="en-US" b="1" dirty="0"/>
              <a:t>1 - </a:t>
            </a:r>
            <a:r>
              <a:rPr lang="en-US" dirty="0"/>
              <a:t>The casino game having red pop up 50% is part of the mixed strategy Nash Equilibrium</a:t>
            </a:r>
          </a:p>
          <a:p>
            <a:r>
              <a:rPr lang="en-US" b="1" dirty="0"/>
              <a:t>2 -</a:t>
            </a:r>
            <a:r>
              <a:rPr lang="en-US" dirty="0"/>
              <a:t> The gambler choosing red 50% of the time is part of the mixed strategy Nash Equilibrium</a:t>
            </a:r>
          </a:p>
          <a:p>
            <a:endParaRPr lang="en-US" dirty="0"/>
          </a:p>
          <a:p>
            <a:r>
              <a:rPr lang="en-US" dirty="0"/>
              <a:t>If either the gambler or casino plays even slightly different probabilities, the other player gets an edge and would not longer randomize </a:t>
            </a:r>
          </a:p>
          <a:p>
            <a:endParaRPr lang="en-US" dirty="0"/>
          </a:p>
          <a:p>
            <a:r>
              <a:rPr lang="en-US" dirty="0"/>
              <a:t>I like to think of our mixed strategies as the probabilities that hold everything in this nice, delicate balance. Even small deviations completely unravel the randomization</a:t>
            </a:r>
          </a:p>
        </p:txBody>
      </p:sp>
    </p:spTree>
    <p:extLst>
      <p:ext uri="{BB962C8B-B14F-4D97-AF65-F5344CB8AC3E}">
        <p14:creationId xmlns:p14="http://schemas.microsoft.com/office/powerpoint/2010/main" val="2152134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8E0E0-920A-7299-6B7E-FED7FF6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533AC4-4BB9-D410-FC08-A5197B0A4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405338"/>
              </p:ext>
            </p:extLst>
          </p:nvPr>
        </p:nvGraphicFramePr>
        <p:xfrm>
          <a:off x="1892301" y="766233"/>
          <a:ext cx="8020050" cy="4106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350">
                  <a:extLst>
                    <a:ext uri="{9D8B030D-6E8A-4147-A177-3AD203B41FA5}">
                      <a16:colId xmlns:a16="http://schemas.microsoft.com/office/drawing/2014/main" val="1268801454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117424486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532021157"/>
                    </a:ext>
                  </a:extLst>
                </a:gridCol>
              </a:tblGrid>
              <a:tr h="13687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Casino: Red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Casino: Black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86237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Gambler: 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-1</a:t>
                      </a:r>
                    </a:p>
                    <a:p>
                      <a:r>
                        <a:rPr lang="en-US" dirty="0"/>
                        <a:t>G = 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 = -1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938750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Gambler: Black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 = -1</a:t>
                      </a:r>
                    </a:p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 = 1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4162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F148C7-C94C-1982-8CD3-0B15551725C2}"/>
              </a:ext>
            </a:extLst>
          </p:cNvPr>
          <p:cNvSpPr txBox="1"/>
          <p:nvPr/>
        </p:nvSpPr>
        <p:spPr>
          <a:xfrm>
            <a:off x="69850" y="6350"/>
            <a:ext cx="1202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Let’s solve our casino game properly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29423D-6786-A4C1-95AE-3CD5963148F2}"/>
              </a:ext>
            </a:extLst>
          </p:cNvPr>
          <p:cNvSpPr txBox="1"/>
          <p:nvPr/>
        </p:nvSpPr>
        <p:spPr>
          <a:xfrm>
            <a:off x="2038350" y="2544740"/>
            <a:ext cx="210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Probability that gambler chooses red 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4">
                    <a:lumMod val="75000"/>
                  </a:schemeClr>
                </a:solidFill>
              </a:rPr>
              <a:t>G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5253B-CD02-80D6-7CC9-896D551DAD0F}"/>
              </a:ext>
            </a:extLst>
          </p:cNvPr>
          <p:cNvSpPr txBox="1"/>
          <p:nvPr/>
        </p:nvSpPr>
        <p:spPr>
          <a:xfrm>
            <a:off x="1936750" y="3858621"/>
            <a:ext cx="2305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Probability that gambler chooses black = (1 –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4">
                    <a:lumMod val="75000"/>
                  </a:schemeClr>
                </a:solidFill>
              </a:rPr>
              <a:t>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B74F5-2EAC-6880-E93B-C0E2F268B0EE}"/>
              </a:ext>
            </a:extLst>
          </p:cNvPr>
          <p:cNvSpPr txBox="1"/>
          <p:nvPr/>
        </p:nvSpPr>
        <p:spPr>
          <a:xfrm>
            <a:off x="4730751" y="1156900"/>
            <a:ext cx="210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Probability that roulette game chooses red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A1140-E277-A283-ECD7-F26ECF33A8BA}"/>
              </a:ext>
            </a:extLst>
          </p:cNvPr>
          <p:cNvSpPr txBox="1"/>
          <p:nvPr/>
        </p:nvSpPr>
        <p:spPr>
          <a:xfrm>
            <a:off x="7461250" y="1156900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Probability that roulette game chooses red = (1 –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01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6900F4C-9990-E533-FAAC-63068E89AD96}"/>
              </a:ext>
            </a:extLst>
          </p:cNvPr>
          <p:cNvSpPr txBox="1">
            <a:spLocks/>
          </p:cNvSpPr>
          <p:nvPr/>
        </p:nvSpPr>
        <p:spPr>
          <a:xfrm>
            <a:off x="838200" y="180880"/>
            <a:ext cx="10515600" cy="69532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Sequential games and first mover advantage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7A2B7-7216-AE81-A10C-F1A051E9F91F}"/>
              </a:ext>
            </a:extLst>
          </p:cNvPr>
          <p:cNvSpPr txBox="1"/>
          <p:nvPr/>
        </p:nvSpPr>
        <p:spPr>
          <a:xfrm>
            <a:off x="838200" y="1037230"/>
            <a:ext cx="107419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games up to now (simultaneous games) rely on each player responding to each other</a:t>
            </a:r>
          </a:p>
          <a:p>
            <a:endParaRPr lang="en-US" dirty="0"/>
          </a:p>
          <a:p>
            <a:r>
              <a:rPr lang="en-US" dirty="0"/>
              <a:t>But when Player 1 goes first, they </a:t>
            </a:r>
            <a:r>
              <a:rPr lang="en-US" b="1" dirty="0"/>
              <a:t>typically get an advantage </a:t>
            </a:r>
            <a:r>
              <a:rPr lang="en-US" dirty="0"/>
              <a:t>– only Player 2 has to respond to Player 1</a:t>
            </a:r>
          </a:p>
          <a:p>
            <a:endParaRPr lang="en-US" dirty="0"/>
          </a:p>
          <a:p>
            <a:r>
              <a:rPr lang="en-US" dirty="0"/>
              <a:t>Player 1 gets the advantage of anticipating Player 2’s best moves</a:t>
            </a:r>
          </a:p>
          <a:p>
            <a:endParaRPr lang="en-US" dirty="0"/>
          </a:p>
          <a:p>
            <a:r>
              <a:rPr lang="en-US" dirty="0"/>
              <a:t>We solve all of the small, subsets of decisions bottom to top to find Player 1’s optimal opening moves!</a:t>
            </a:r>
          </a:p>
          <a:p>
            <a:endParaRPr lang="en-US" dirty="0"/>
          </a:p>
          <a:p>
            <a:r>
              <a:rPr lang="en-US" dirty="0"/>
              <a:t>This is literally what chess engines (and chess players!) do when playing games</a:t>
            </a:r>
          </a:p>
          <a:p>
            <a:endParaRPr lang="en-US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A04DFC18-EEB5-C767-E32B-28606E680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045" y="3706061"/>
            <a:ext cx="5286233" cy="297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41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C9A25DE9-9673-4DE2-9D3A-84BC8584F10C}"/>
              </a:ext>
            </a:extLst>
          </p:cNvPr>
          <p:cNvSpPr/>
          <p:nvPr/>
        </p:nvSpPr>
        <p:spPr>
          <a:xfrm>
            <a:off x="5326798" y="1413682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A34AA0-0CF6-E2F5-AF68-A2686A0F14FE}"/>
              </a:ext>
            </a:extLst>
          </p:cNvPr>
          <p:cNvSpPr/>
          <p:nvPr/>
        </p:nvSpPr>
        <p:spPr>
          <a:xfrm>
            <a:off x="3959698" y="2417804"/>
            <a:ext cx="293427" cy="2934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74993A-DCB2-2866-26E3-681EEA055D82}"/>
              </a:ext>
            </a:extLst>
          </p:cNvPr>
          <p:cNvSpPr/>
          <p:nvPr/>
        </p:nvSpPr>
        <p:spPr>
          <a:xfrm>
            <a:off x="2419005" y="3561436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E952D4-2D21-F5AD-44F4-698A9E31CDFC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4210154" y="1664138"/>
            <a:ext cx="1159615" cy="796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D3380E-C515-4888-22F0-25DF40A1C745}"/>
              </a:ext>
            </a:extLst>
          </p:cNvPr>
          <p:cNvCxnSpPr>
            <a:cxnSpLocks/>
            <a:stCxn id="5" idx="5"/>
            <a:endCxn id="39" idx="1"/>
          </p:cNvCxnSpPr>
          <p:nvPr/>
        </p:nvCxnSpPr>
        <p:spPr>
          <a:xfrm>
            <a:off x="5577254" y="1664138"/>
            <a:ext cx="1424864" cy="796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AA9262-7940-9DFA-5E9D-9FB7D10B4F5F}"/>
              </a:ext>
            </a:extLst>
          </p:cNvPr>
          <p:cNvCxnSpPr>
            <a:stCxn id="6" idx="3"/>
            <a:endCxn id="7" idx="7"/>
          </p:cNvCxnSpPr>
          <p:nvPr/>
        </p:nvCxnSpPr>
        <p:spPr>
          <a:xfrm flipH="1">
            <a:off x="2669461" y="2668260"/>
            <a:ext cx="1333208" cy="936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AC6EE6-BB34-03D0-381C-1793E9E3E377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4210154" y="2668260"/>
            <a:ext cx="651952" cy="820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AF11F2-0D3F-348C-72AC-5B9917B202E7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2032782" y="3811892"/>
            <a:ext cx="429194" cy="92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9CA3D8-9B90-196C-40EE-ED4DFC4897A3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2669461" y="3811892"/>
            <a:ext cx="332519" cy="851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C84B2D8-A6B9-09C8-04DF-F7AA11F8ED58}"/>
              </a:ext>
            </a:extLst>
          </p:cNvPr>
          <p:cNvSpPr/>
          <p:nvPr/>
        </p:nvSpPr>
        <p:spPr>
          <a:xfrm>
            <a:off x="5881546" y="1600831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Attack the King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7193-3031-6C6A-B11A-842362947101}"/>
              </a:ext>
            </a:extLst>
          </p:cNvPr>
          <p:cNvSpPr/>
          <p:nvPr/>
        </p:nvSpPr>
        <p:spPr>
          <a:xfrm>
            <a:off x="3909368" y="1676729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Attack the Queen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70AB0F2-D391-F5BB-D580-29C5B1141D33}"/>
              </a:ext>
            </a:extLst>
          </p:cNvPr>
          <p:cNvSpPr/>
          <p:nvPr/>
        </p:nvSpPr>
        <p:spPr>
          <a:xfrm>
            <a:off x="6959147" y="2417804"/>
            <a:ext cx="293427" cy="2934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169CA7-2CF3-6AA6-0E4B-B243F5AA368E}"/>
              </a:ext>
            </a:extLst>
          </p:cNvPr>
          <p:cNvCxnSpPr>
            <a:stCxn id="39" idx="3"/>
          </p:cNvCxnSpPr>
          <p:nvPr/>
        </p:nvCxnSpPr>
        <p:spPr>
          <a:xfrm flipH="1">
            <a:off x="6222930" y="2668260"/>
            <a:ext cx="779188" cy="902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BF21C3-AC7F-6F97-E5BD-4935AE0D8021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7209603" y="2668260"/>
            <a:ext cx="651952" cy="820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71B6AAE-4CD0-B16A-D778-47D30CD3924E}"/>
              </a:ext>
            </a:extLst>
          </p:cNvPr>
          <p:cNvSpPr/>
          <p:nvPr/>
        </p:nvSpPr>
        <p:spPr>
          <a:xfrm>
            <a:off x="2534696" y="2788459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BA040E-CE44-B3B3-C2FC-1F898029D557}"/>
              </a:ext>
            </a:extLst>
          </p:cNvPr>
          <p:cNvSpPr/>
          <p:nvPr/>
        </p:nvSpPr>
        <p:spPr>
          <a:xfrm>
            <a:off x="4345625" y="2734985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C832AE-4A4B-F990-29EA-4C72F86D7B99}"/>
              </a:ext>
            </a:extLst>
          </p:cNvPr>
          <p:cNvSpPr/>
          <p:nvPr/>
        </p:nvSpPr>
        <p:spPr>
          <a:xfrm>
            <a:off x="5805059" y="2760887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2792A4-CD85-FDC4-2F5E-D298E2F95F1B}"/>
              </a:ext>
            </a:extLst>
          </p:cNvPr>
          <p:cNvSpPr/>
          <p:nvPr/>
        </p:nvSpPr>
        <p:spPr>
          <a:xfrm>
            <a:off x="7165883" y="2781041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0DB959E-0F6E-BF1D-5444-236E5325381B}"/>
              </a:ext>
            </a:extLst>
          </p:cNvPr>
          <p:cNvSpPr/>
          <p:nvPr/>
        </p:nvSpPr>
        <p:spPr>
          <a:xfrm>
            <a:off x="1347812" y="4059647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92A241-9BF2-C29C-7A1A-0445024BE834}"/>
              </a:ext>
            </a:extLst>
          </p:cNvPr>
          <p:cNvSpPr/>
          <p:nvPr/>
        </p:nvSpPr>
        <p:spPr>
          <a:xfrm>
            <a:off x="2454756" y="3987930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FE4B4566-43D2-7ECF-CB88-5424D0F6FC07}"/>
              </a:ext>
            </a:extLst>
          </p:cNvPr>
          <p:cNvSpPr/>
          <p:nvPr/>
        </p:nvSpPr>
        <p:spPr>
          <a:xfrm>
            <a:off x="4751147" y="3484405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D0ED795-8884-6CB6-18CC-09822D5F9482}"/>
              </a:ext>
            </a:extLst>
          </p:cNvPr>
          <p:cNvCxnSpPr>
            <a:cxnSpLocks/>
            <a:stCxn id="50" idx="3"/>
          </p:cNvCxnSpPr>
          <p:nvPr/>
        </p:nvCxnSpPr>
        <p:spPr>
          <a:xfrm flipH="1">
            <a:off x="4364924" y="3734861"/>
            <a:ext cx="429194" cy="92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2C2E79B-70FB-6F3B-AA99-47629953BA5C}"/>
              </a:ext>
            </a:extLst>
          </p:cNvPr>
          <p:cNvCxnSpPr>
            <a:cxnSpLocks/>
            <a:stCxn id="50" idx="5"/>
          </p:cNvCxnSpPr>
          <p:nvPr/>
        </p:nvCxnSpPr>
        <p:spPr>
          <a:xfrm>
            <a:off x="5001603" y="3734861"/>
            <a:ext cx="332519" cy="851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D4443F-46ED-BD25-8820-BD96A019BD63}"/>
              </a:ext>
            </a:extLst>
          </p:cNvPr>
          <p:cNvSpPr/>
          <p:nvPr/>
        </p:nvSpPr>
        <p:spPr>
          <a:xfrm>
            <a:off x="3696301" y="3922600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BC05884-620E-6DBB-FA6C-041AD32E92C1}"/>
              </a:ext>
            </a:extLst>
          </p:cNvPr>
          <p:cNvSpPr/>
          <p:nvPr/>
        </p:nvSpPr>
        <p:spPr>
          <a:xfrm>
            <a:off x="4875683" y="3934713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632870D-93AD-F0B9-6D27-E4AB3E66687D}"/>
              </a:ext>
            </a:extLst>
          </p:cNvPr>
          <p:cNvSpPr/>
          <p:nvPr/>
        </p:nvSpPr>
        <p:spPr>
          <a:xfrm>
            <a:off x="7762939" y="3484405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9267F91-96A7-C3F4-514D-0839E6191397}"/>
              </a:ext>
            </a:extLst>
          </p:cNvPr>
          <p:cNvCxnSpPr>
            <a:cxnSpLocks/>
            <a:stCxn id="55" idx="3"/>
          </p:cNvCxnSpPr>
          <p:nvPr/>
        </p:nvCxnSpPr>
        <p:spPr>
          <a:xfrm flipH="1">
            <a:off x="7376716" y="3734861"/>
            <a:ext cx="429194" cy="92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485A873-88A8-C982-E22B-5BA156C15842}"/>
              </a:ext>
            </a:extLst>
          </p:cNvPr>
          <p:cNvCxnSpPr>
            <a:cxnSpLocks/>
            <a:stCxn id="55" idx="5"/>
          </p:cNvCxnSpPr>
          <p:nvPr/>
        </p:nvCxnSpPr>
        <p:spPr>
          <a:xfrm>
            <a:off x="8013395" y="3734861"/>
            <a:ext cx="332519" cy="851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57FB93EB-84C5-DB06-932C-7CAC40E7AF90}"/>
              </a:ext>
            </a:extLst>
          </p:cNvPr>
          <p:cNvSpPr/>
          <p:nvPr/>
        </p:nvSpPr>
        <p:spPr>
          <a:xfrm>
            <a:off x="6612524" y="3944085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D4F72E4-8BDC-76CB-5681-D0D3B1B0C246}"/>
              </a:ext>
            </a:extLst>
          </p:cNvPr>
          <p:cNvSpPr/>
          <p:nvPr/>
        </p:nvSpPr>
        <p:spPr>
          <a:xfrm>
            <a:off x="8013395" y="3941718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D919A9C-1A80-4F5D-5388-0FD1B6EDA242}"/>
              </a:ext>
            </a:extLst>
          </p:cNvPr>
          <p:cNvSpPr/>
          <p:nvPr/>
        </p:nvSpPr>
        <p:spPr>
          <a:xfrm>
            <a:off x="1427915" y="4807278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+10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912A045-7792-54CF-2CC5-BB3C55225A7E}"/>
              </a:ext>
            </a:extLst>
          </p:cNvPr>
          <p:cNvSpPr/>
          <p:nvPr/>
        </p:nvSpPr>
        <p:spPr>
          <a:xfrm>
            <a:off x="2397113" y="4789123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+5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DBA6302-37BC-835D-5549-BAC2C7C7D748}"/>
              </a:ext>
            </a:extLst>
          </p:cNvPr>
          <p:cNvSpPr/>
          <p:nvPr/>
        </p:nvSpPr>
        <p:spPr>
          <a:xfrm>
            <a:off x="3760057" y="4752400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-15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+10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E3D7C1-04F9-2A89-5EEC-79440A565FD9}"/>
              </a:ext>
            </a:extLst>
          </p:cNvPr>
          <p:cNvSpPr/>
          <p:nvPr/>
        </p:nvSpPr>
        <p:spPr>
          <a:xfrm>
            <a:off x="4721931" y="4680049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7591F74-ACE1-C25B-A67F-EA4DC140E869}"/>
              </a:ext>
            </a:extLst>
          </p:cNvPr>
          <p:cNvSpPr/>
          <p:nvPr/>
        </p:nvSpPr>
        <p:spPr>
          <a:xfrm>
            <a:off x="5636504" y="3674844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+1,000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-1,000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F86AB2C-4B0C-2B66-A510-C1BFA3A75E7E}"/>
              </a:ext>
            </a:extLst>
          </p:cNvPr>
          <p:cNvSpPr/>
          <p:nvPr/>
        </p:nvSpPr>
        <p:spPr>
          <a:xfrm>
            <a:off x="6699919" y="4767630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+20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-20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86F78F-2D72-4C13-F779-4F3CD2545C23}"/>
              </a:ext>
            </a:extLst>
          </p:cNvPr>
          <p:cNvSpPr/>
          <p:nvPr/>
        </p:nvSpPr>
        <p:spPr>
          <a:xfrm>
            <a:off x="7770749" y="4736591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+5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-5</a:t>
            </a:r>
          </a:p>
        </p:txBody>
      </p:sp>
    </p:spTree>
    <p:extLst>
      <p:ext uri="{BB962C8B-B14F-4D97-AF65-F5344CB8AC3E}">
        <p14:creationId xmlns:p14="http://schemas.microsoft.com/office/powerpoint/2010/main" val="2092368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02F7C-6B92-08E2-933C-5EABAAFD3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78F1F3E-414A-045C-CDCA-733E255C7C5E}"/>
              </a:ext>
            </a:extLst>
          </p:cNvPr>
          <p:cNvSpPr txBox="1">
            <a:spLocks/>
          </p:cNvSpPr>
          <p:nvPr/>
        </p:nvSpPr>
        <p:spPr>
          <a:xfrm>
            <a:off x="838200" y="180880"/>
            <a:ext cx="10515600" cy="69532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Lastly, our models of competition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5EA5D-9EBF-5317-9BC7-122028C28A80}"/>
              </a:ext>
            </a:extLst>
          </p:cNvPr>
          <p:cNvSpPr txBox="1"/>
          <p:nvPr/>
        </p:nvSpPr>
        <p:spPr>
          <a:xfrm>
            <a:off x="838200" y="1037230"/>
            <a:ext cx="107419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purpose of our models of competition is to use our tools of game theory to think about how firms compete</a:t>
            </a:r>
          </a:p>
          <a:p>
            <a:endParaRPr lang="en-US" dirty="0"/>
          </a:p>
          <a:p>
            <a:r>
              <a:rPr lang="en-US" dirty="0"/>
              <a:t>Three models: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Cournot: Firms compete on choosing quantity/output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Bertrand: Firms compete on choosing prices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Stackelberg: Firm 1 chooses output first, then Firm 2 responds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All variations on the same theme:</a:t>
            </a:r>
          </a:p>
          <a:p>
            <a:r>
              <a:rPr lang="en-US" dirty="0"/>
              <a:t>We want to find the </a:t>
            </a:r>
            <a:r>
              <a:rPr lang="en-US" b="1" dirty="0"/>
              <a:t>mathematical conditions</a:t>
            </a:r>
            <a:r>
              <a:rPr lang="en-US" dirty="0"/>
              <a:t> when all firms are profit maximizing</a:t>
            </a:r>
          </a:p>
          <a:p>
            <a:endParaRPr lang="en-US" b="1" dirty="0"/>
          </a:p>
          <a:p>
            <a:r>
              <a:rPr lang="en-US" b="1" dirty="0"/>
              <a:t>If all firms are profit maximizing, no firm wants to change its strategy – so we have a Nash Equilibrium!</a:t>
            </a:r>
          </a:p>
        </p:txBody>
      </p:sp>
    </p:spTree>
    <p:extLst>
      <p:ext uri="{BB962C8B-B14F-4D97-AF65-F5344CB8AC3E}">
        <p14:creationId xmlns:p14="http://schemas.microsoft.com/office/powerpoint/2010/main" val="1496049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D6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F742E-71CB-DAF0-E94C-726FAE7DB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C8971A2-75D8-24B6-0097-96AC41D4E151}"/>
              </a:ext>
            </a:extLst>
          </p:cNvPr>
          <p:cNvSpPr txBox="1">
            <a:spLocks/>
          </p:cNvSpPr>
          <p:nvPr/>
        </p:nvSpPr>
        <p:spPr>
          <a:xfrm>
            <a:off x="838200" y="180880"/>
            <a:ext cx="10515600" cy="69532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Our mathematical conditions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F4E341-4C33-266E-A708-4F4BFB738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337259"/>
              </p:ext>
            </p:extLst>
          </p:nvPr>
        </p:nvGraphicFramePr>
        <p:xfrm>
          <a:off x="946150" y="988483"/>
          <a:ext cx="10236198" cy="4901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2066">
                  <a:extLst>
                    <a:ext uri="{9D8B030D-6E8A-4147-A177-3AD203B41FA5}">
                      <a16:colId xmlns:a16="http://schemas.microsoft.com/office/drawing/2014/main" val="1268801454"/>
                    </a:ext>
                  </a:extLst>
                </a:gridCol>
                <a:gridCol w="3412066">
                  <a:extLst>
                    <a:ext uri="{9D8B030D-6E8A-4147-A177-3AD203B41FA5}">
                      <a16:colId xmlns:a16="http://schemas.microsoft.com/office/drawing/2014/main" val="2117424486"/>
                    </a:ext>
                  </a:extLst>
                </a:gridCol>
                <a:gridCol w="3412066">
                  <a:extLst>
                    <a:ext uri="{9D8B030D-6E8A-4147-A177-3AD203B41FA5}">
                      <a16:colId xmlns:a16="http://schemas.microsoft.com/office/drawing/2014/main" val="2532021157"/>
                    </a:ext>
                  </a:extLst>
                </a:gridCol>
              </a:tblGrid>
              <a:tr h="57361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Firm 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Firm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86237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Cournot game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 is a function of q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and q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Maximise</a:t>
                      </a:r>
                      <a:r>
                        <a:rPr lang="en-US" sz="1400" dirty="0"/>
                        <a:t> with respect to q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Find best response function: </a:t>
                      </a:r>
                    </a:p>
                    <a:p>
                      <a:r>
                        <a:rPr lang="en-US" sz="1400" dirty="0"/>
                        <a:t>q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= A – Bq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 is a function of q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and q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Maximise</a:t>
                      </a:r>
                      <a:r>
                        <a:rPr lang="en-US" sz="1400" dirty="0"/>
                        <a:t> with respect to q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Find best response function: </a:t>
                      </a:r>
                    </a:p>
                    <a:p>
                      <a:r>
                        <a:rPr lang="en-US" sz="1400" dirty="0"/>
                        <a:t>q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dirty="0"/>
                        <a:t> = A – Bq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938750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Bertrand game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 is a function of p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and p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Maximise</a:t>
                      </a:r>
                      <a:r>
                        <a:rPr lang="en-US" sz="1400" dirty="0"/>
                        <a:t> with respect to p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Find best response function: </a:t>
                      </a:r>
                    </a:p>
                    <a:p>
                      <a:r>
                        <a:rPr lang="en-US" sz="1400" baseline="0" dirty="0"/>
                        <a:t>p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= A + Bp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 is a function of p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and p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Maximise</a:t>
                      </a:r>
                      <a:r>
                        <a:rPr lang="en-US" sz="1400" dirty="0"/>
                        <a:t> with respect to p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Find best response function: </a:t>
                      </a:r>
                    </a:p>
                    <a:p>
                      <a:r>
                        <a:rPr lang="en-US" sz="1400" baseline="0" dirty="0"/>
                        <a:t>p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dirty="0"/>
                        <a:t> = A + Bp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416263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Stackelberg game with Firm 1 going first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 is a function of q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</a:t>
                      </a:r>
                      <a:r>
                        <a:rPr lang="en-US" sz="1400" b="1" dirty="0"/>
                        <a:t>only! </a:t>
                      </a:r>
                      <a:r>
                        <a:rPr lang="en-US" sz="1400" b="0" dirty="0"/>
                        <a:t>(Substituting in Firm 2’s BR function)</a:t>
                      </a:r>
                      <a:endParaRPr lang="en-US" sz="1400" b="1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Maximise</a:t>
                      </a:r>
                      <a:r>
                        <a:rPr lang="en-US" sz="1400" dirty="0"/>
                        <a:t> with respect to q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endParaRPr lang="en-US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Profit is a function of q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dirty="0"/>
                        <a:t> and q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 err="1"/>
                        <a:t>Maximise</a:t>
                      </a:r>
                      <a:r>
                        <a:rPr lang="en-US" sz="1400" dirty="0"/>
                        <a:t> with respect to q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  <a:p>
                      <a:endParaRPr lang="en-US" sz="1400" dirty="0"/>
                    </a:p>
                    <a:p>
                      <a:r>
                        <a:rPr lang="en-US" sz="1400" dirty="0"/>
                        <a:t>Find best response function: </a:t>
                      </a:r>
                    </a:p>
                    <a:p>
                      <a:r>
                        <a:rPr lang="en-US" sz="1400" dirty="0"/>
                        <a:t>q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dirty="0"/>
                        <a:t> = A – Bq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823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460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3F5EA-C675-0E5C-24BC-6872EF4FE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BA9D663-9533-D84B-766F-A59380780496}"/>
              </a:ext>
            </a:extLst>
          </p:cNvPr>
          <p:cNvSpPr/>
          <p:nvPr/>
        </p:nvSpPr>
        <p:spPr>
          <a:xfrm>
            <a:off x="5326798" y="1413682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B6F8F8-00A4-9E3E-E421-4CA9AB970369}"/>
              </a:ext>
            </a:extLst>
          </p:cNvPr>
          <p:cNvSpPr/>
          <p:nvPr/>
        </p:nvSpPr>
        <p:spPr>
          <a:xfrm>
            <a:off x="3959698" y="2417804"/>
            <a:ext cx="293427" cy="2934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20110C-B7C8-AA3C-1CD7-6A2931D12DB3}"/>
              </a:ext>
            </a:extLst>
          </p:cNvPr>
          <p:cNvSpPr/>
          <p:nvPr/>
        </p:nvSpPr>
        <p:spPr>
          <a:xfrm>
            <a:off x="2419005" y="3561436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250BB0-7C53-27E0-0F2A-60A31E8722B1}"/>
              </a:ext>
            </a:extLst>
          </p:cNvPr>
          <p:cNvCxnSpPr>
            <a:cxnSpLocks/>
            <a:stCxn id="5" idx="3"/>
            <a:endCxn id="6" idx="7"/>
          </p:cNvCxnSpPr>
          <p:nvPr/>
        </p:nvCxnSpPr>
        <p:spPr>
          <a:xfrm flipH="1">
            <a:off x="4210154" y="1664138"/>
            <a:ext cx="1159615" cy="796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0E62C3-F3E5-7C1E-A10E-2FE80C5F8B12}"/>
              </a:ext>
            </a:extLst>
          </p:cNvPr>
          <p:cNvCxnSpPr>
            <a:cxnSpLocks/>
            <a:stCxn id="5" idx="5"/>
            <a:endCxn id="39" idx="1"/>
          </p:cNvCxnSpPr>
          <p:nvPr/>
        </p:nvCxnSpPr>
        <p:spPr>
          <a:xfrm>
            <a:off x="5577254" y="1664138"/>
            <a:ext cx="1424864" cy="796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2B494D-471F-E2BF-737A-810118CEB764}"/>
              </a:ext>
            </a:extLst>
          </p:cNvPr>
          <p:cNvCxnSpPr>
            <a:stCxn id="6" idx="3"/>
            <a:endCxn id="7" idx="7"/>
          </p:cNvCxnSpPr>
          <p:nvPr/>
        </p:nvCxnSpPr>
        <p:spPr>
          <a:xfrm flipH="1">
            <a:off x="2669461" y="2668260"/>
            <a:ext cx="1333208" cy="936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CBF232-E5BF-37C8-99B5-F0D5A5BB483A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4210154" y="2668260"/>
            <a:ext cx="651952" cy="820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99FBFF-94E1-084B-EC84-BA242D61EB4E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2032782" y="3811892"/>
            <a:ext cx="429194" cy="92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6D4E23-5ED8-134D-3506-41C55BCD0E1E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2669461" y="3811892"/>
            <a:ext cx="332519" cy="851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BA3BF87-961D-DEA5-8D51-64F09365894B}"/>
              </a:ext>
            </a:extLst>
          </p:cNvPr>
          <p:cNvSpPr/>
          <p:nvPr/>
        </p:nvSpPr>
        <p:spPr>
          <a:xfrm>
            <a:off x="5881546" y="1600831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Attack the King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42C976-429C-CE9B-DD57-AB1C672DA155}"/>
              </a:ext>
            </a:extLst>
          </p:cNvPr>
          <p:cNvSpPr/>
          <p:nvPr/>
        </p:nvSpPr>
        <p:spPr>
          <a:xfrm>
            <a:off x="3909368" y="1676729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Attack the Queen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C90A9D0-005F-BB72-7434-225E4900EB90}"/>
              </a:ext>
            </a:extLst>
          </p:cNvPr>
          <p:cNvSpPr/>
          <p:nvPr/>
        </p:nvSpPr>
        <p:spPr>
          <a:xfrm>
            <a:off x="6959147" y="2417804"/>
            <a:ext cx="293427" cy="2934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114D71-C853-27BD-E689-1E8F38D58666}"/>
              </a:ext>
            </a:extLst>
          </p:cNvPr>
          <p:cNvCxnSpPr>
            <a:stCxn id="39" idx="3"/>
          </p:cNvCxnSpPr>
          <p:nvPr/>
        </p:nvCxnSpPr>
        <p:spPr>
          <a:xfrm flipH="1">
            <a:off x="6222930" y="2668260"/>
            <a:ext cx="779188" cy="902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1F74923-10D1-C788-7572-35F88B825A42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7209603" y="2668260"/>
            <a:ext cx="651952" cy="8204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C2C4A85-03B3-C02B-DDE9-395357106E60}"/>
              </a:ext>
            </a:extLst>
          </p:cNvPr>
          <p:cNvSpPr/>
          <p:nvPr/>
        </p:nvSpPr>
        <p:spPr>
          <a:xfrm>
            <a:off x="2534696" y="2788459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D46876-9B5A-1732-4D95-EC621762B062}"/>
              </a:ext>
            </a:extLst>
          </p:cNvPr>
          <p:cNvSpPr/>
          <p:nvPr/>
        </p:nvSpPr>
        <p:spPr>
          <a:xfrm>
            <a:off x="4345625" y="2734985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22D2F15-EA82-E0FE-BCE6-4EBC756F933F}"/>
              </a:ext>
            </a:extLst>
          </p:cNvPr>
          <p:cNvSpPr/>
          <p:nvPr/>
        </p:nvSpPr>
        <p:spPr>
          <a:xfrm>
            <a:off x="5805059" y="2760887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25312D7-FD97-2230-3006-BEB180EE35A2}"/>
              </a:ext>
            </a:extLst>
          </p:cNvPr>
          <p:cNvSpPr/>
          <p:nvPr/>
        </p:nvSpPr>
        <p:spPr>
          <a:xfrm>
            <a:off x="7165883" y="2781041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ABD9DF-4143-5AF7-380B-888D72AED690}"/>
              </a:ext>
            </a:extLst>
          </p:cNvPr>
          <p:cNvSpPr/>
          <p:nvPr/>
        </p:nvSpPr>
        <p:spPr>
          <a:xfrm>
            <a:off x="1347812" y="4059647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511477C-F075-D57C-DD39-75931EB33D6E}"/>
              </a:ext>
            </a:extLst>
          </p:cNvPr>
          <p:cNvSpPr/>
          <p:nvPr/>
        </p:nvSpPr>
        <p:spPr>
          <a:xfrm>
            <a:off x="2454756" y="3987930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EF45CD2-F656-F9DB-5F2D-73B68C099341}"/>
              </a:ext>
            </a:extLst>
          </p:cNvPr>
          <p:cNvSpPr/>
          <p:nvPr/>
        </p:nvSpPr>
        <p:spPr>
          <a:xfrm>
            <a:off x="4751147" y="3484405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E03C33C-464E-9149-87F6-F0F6129BED4A}"/>
              </a:ext>
            </a:extLst>
          </p:cNvPr>
          <p:cNvCxnSpPr>
            <a:cxnSpLocks/>
            <a:stCxn id="50" idx="3"/>
          </p:cNvCxnSpPr>
          <p:nvPr/>
        </p:nvCxnSpPr>
        <p:spPr>
          <a:xfrm flipH="1">
            <a:off x="4364924" y="3734861"/>
            <a:ext cx="429194" cy="92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20266A-062C-5284-3CD4-5E5D328A9F66}"/>
              </a:ext>
            </a:extLst>
          </p:cNvPr>
          <p:cNvCxnSpPr>
            <a:cxnSpLocks/>
            <a:stCxn id="50" idx="5"/>
          </p:cNvCxnSpPr>
          <p:nvPr/>
        </p:nvCxnSpPr>
        <p:spPr>
          <a:xfrm>
            <a:off x="5001603" y="3734861"/>
            <a:ext cx="332519" cy="851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1A7DA36-9325-5EC0-9207-39D86379A501}"/>
              </a:ext>
            </a:extLst>
          </p:cNvPr>
          <p:cNvSpPr/>
          <p:nvPr/>
        </p:nvSpPr>
        <p:spPr>
          <a:xfrm>
            <a:off x="3696301" y="3922600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7FAAA37-4589-F437-28BA-F245971A8523}"/>
              </a:ext>
            </a:extLst>
          </p:cNvPr>
          <p:cNvSpPr/>
          <p:nvPr/>
        </p:nvSpPr>
        <p:spPr>
          <a:xfrm>
            <a:off x="4875683" y="3934713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1A214DE-E9A6-62D5-2AC9-EEDC387B7CCF}"/>
              </a:ext>
            </a:extLst>
          </p:cNvPr>
          <p:cNvSpPr/>
          <p:nvPr/>
        </p:nvSpPr>
        <p:spPr>
          <a:xfrm>
            <a:off x="7762939" y="3484405"/>
            <a:ext cx="293427" cy="2934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492E2BE-6618-B27F-CDD6-2C56DE9E41A6}"/>
              </a:ext>
            </a:extLst>
          </p:cNvPr>
          <p:cNvCxnSpPr>
            <a:cxnSpLocks/>
            <a:stCxn id="55" idx="3"/>
          </p:cNvCxnSpPr>
          <p:nvPr/>
        </p:nvCxnSpPr>
        <p:spPr>
          <a:xfrm flipH="1">
            <a:off x="7376716" y="3734861"/>
            <a:ext cx="429194" cy="9236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6476B76-2FFC-2980-4DB9-24420F248B86}"/>
              </a:ext>
            </a:extLst>
          </p:cNvPr>
          <p:cNvCxnSpPr>
            <a:cxnSpLocks/>
            <a:stCxn id="55" idx="5"/>
          </p:cNvCxnSpPr>
          <p:nvPr/>
        </p:nvCxnSpPr>
        <p:spPr>
          <a:xfrm>
            <a:off x="8013395" y="3734861"/>
            <a:ext cx="332519" cy="851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C6FFEC9D-9459-52C8-A421-B721B260620A}"/>
              </a:ext>
            </a:extLst>
          </p:cNvPr>
          <p:cNvSpPr/>
          <p:nvPr/>
        </p:nvSpPr>
        <p:spPr>
          <a:xfrm>
            <a:off x="6612524" y="3944085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Counter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attack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D3F8E7F-1CEE-5385-FF5D-379A2B7080C3}"/>
              </a:ext>
            </a:extLst>
          </p:cNvPr>
          <p:cNvSpPr/>
          <p:nvPr/>
        </p:nvSpPr>
        <p:spPr>
          <a:xfrm>
            <a:off x="8013395" y="3941718"/>
            <a:ext cx="1209733" cy="2934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Defend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6E0F945-B499-BC8C-039C-E18972B5D609}"/>
              </a:ext>
            </a:extLst>
          </p:cNvPr>
          <p:cNvSpPr/>
          <p:nvPr/>
        </p:nvSpPr>
        <p:spPr>
          <a:xfrm>
            <a:off x="1427915" y="4807278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+10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09EF27B-1E5F-1641-C005-F5D4D4D7E276}"/>
              </a:ext>
            </a:extLst>
          </p:cNvPr>
          <p:cNvSpPr/>
          <p:nvPr/>
        </p:nvSpPr>
        <p:spPr>
          <a:xfrm>
            <a:off x="2397113" y="4789123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+5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B8015D9-C9CB-E35B-375F-D9666449B329}"/>
              </a:ext>
            </a:extLst>
          </p:cNvPr>
          <p:cNvSpPr/>
          <p:nvPr/>
        </p:nvSpPr>
        <p:spPr>
          <a:xfrm>
            <a:off x="3760057" y="4752400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-15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+10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87AC5D-F652-943E-4439-F1D0ED393881}"/>
              </a:ext>
            </a:extLst>
          </p:cNvPr>
          <p:cNvSpPr/>
          <p:nvPr/>
        </p:nvSpPr>
        <p:spPr>
          <a:xfrm>
            <a:off x="4721931" y="4680049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767764-91CF-C2BA-5934-089D3D5EA87E}"/>
              </a:ext>
            </a:extLst>
          </p:cNvPr>
          <p:cNvSpPr/>
          <p:nvPr/>
        </p:nvSpPr>
        <p:spPr>
          <a:xfrm>
            <a:off x="5636504" y="3674844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+1,000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-1,000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551D202-2062-90AF-B80F-5FC5BF2C3E9F}"/>
              </a:ext>
            </a:extLst>
          </p:cNvPr>
          <p:cNvSpPr/>
          <p:nvPr/>
        </p:nvSpPr>
        <p:spPr>
          <a:xfrm>
            <a:off x="6699919" y="4767630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+20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-20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5F01BC-A626-B15E-7253-BC2E448AF2C8}"/>
              </a:ext>
            </a:extLst>
          </p:cNvPr>
          <p:cNvSpPr/>
          <p:nvPr/>
        </p:nvSpPr>
        <p:spPr>
          <a:xfrm>
            <a:off x="7770749" y="4736591"/>
            <a:ext cx="1209733" cy="27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1"/>
                </a:solidFill>
              </a:rPr>
              <a:t>1:</a:t>
            </a:r>
            <a:r>
              <a:rPr lang="en-US" sz="1200" dirty="0">
                <a:solidFill>
                  <a:schemeClr val="tx1"/>
                </a:solidFill>
              </a:rPr>
              <a:t> +5</a:t>
            </a: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2:</a:t>
            </a:r>
            <a:r>
              <a:rPr lang="en-US" sz="1200" dirty="0">
                <a:solidFill>
                  <a:schemeClr val="tx1"/>
                </a:solidFill>
              </a:rPr>
              <a:t> -5</a:t>
            </a:r>
          </a:p>
        </p:txBody>
      </p:sp>
    </p:spTree>
    <p:extLst>
      <p:ext uri="{BB962C8B-B14F-4D97-AF65-F5344CB8AC3E}">
        <p14:creationId xmlns:p14="http://schemas.microsoft.com/office/powerpoint/2010/main" val="3202583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81EB25-CC98-2AB4-53BB-855B5FA98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79952"/>
              </p:ext>
            </p:extLst>
          </p:nvPr>
        </p:nvGraphicFramePr>
        <p:xfrm>
          <a:off x="1892301" y="766233"/>
          <a:ext cx="8020050" cy="4106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350">
                  <a:extLst>
                    <a:ext uri="{9D8B030D-6E8A-4147-A177-3AD203B41FA5}">
                      <a16:colId xmlns:a16="http://schemas.microsoft.com/office/drawing/2014/main" val="1268801454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117424486"/>
                    </a:ext>
                  </a:extLst>
                </a:gridCol>
                <a:gridCol w="2673350">
                  <a:extLst>
                    <a:ext uri="{9D8B030D-6E8A-4147-A177-3AD203B41FA5}">
                      <a16:colId xmlns:a16="http://schemas.microsoft.com/office/drawing/2014/main" val="2532021157"/>
                    </a:ext>
                  </a:extLst>
                </a:gridCol>
              </a:tblGrid>
              <a:tr h="13687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Casino: Red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Casino: Black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886237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Gambler: 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-1</a:t>
                      </a:r>
                    </a:p>
                    <a:p>
                      <a:r>
                        <a:rPr lang="en-US" dirty="0"/>
                        <a:t>G = 1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 = -1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938750"/>
                  </a:ext>
                </a:extLst>
              </a:tr>
              <a:tr h="1368778">
                <a:tc>
                  <a:txBody>
                    <a:bodyPr/>
                    <a:lstStyle/>
                    <a:p>
                      <a:r>
                        <a:rPr lang="en-US" b="1" dirty="0"/>
                        <a:t>Gambler: Black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 = -1</a:t>
                      </a:r>
                    </a:p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C = 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 = 1</a:t>
                      </a:r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4162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4DD7A1-C211-F2B7-746D-9470712729FC}"/>
              </a:ext>
            </a:extLst>
          </p:cNvPr>
          <p:cNvSpPr txBox="1"/>
          <p:nvPr/>
        </p:nvSpPr>
        <p:spPr>
          <a:xfrm>
            <a:off x="2038350" y="2544740"/>
            <a:ext cx="210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Probability that gambler chooses red 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4">
                    <a:lumMod val="75000"/>
                  </a:schemeClr>
                </a:solidFill>
              </a:rPr>
              <a:t>G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C31AB-E3D0-7D6B-BDBA-51DA343380E3}"/>
              </a:ext>
            </a:extLst>
          </p:cNvPr>
          <p:cNvSpPr txBox="1"/>
          <p:nvPr/>
        </p:nvSpPr>
        <p:spPr>
          <a:xfrm>
            <a:off x="1936750" y="3858621"/>
            <a:ext cx="2305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Probability that gambler chooses black = (1 –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4">
                    <a:lumMod val="75000"/>
                  </a:schemeClr>
                </a:solidFill>
              </a:rPr>
              <a:t>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37AF7-33AF-5F24-EA7C-29F57532CC14}"/>
              </a:ext>
            </a:extLst>
          </p:cNvPr>
          <p:cNvSpPr txBox="1"/>
          <p:nvPr/>
        </p:nvSpPr>
        <p:spPr>
          <a:xfrm>
            <a:off x="4730751" y="1156900"/>
            <a:ext cx="2101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Probability that roulette game chooses red =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D76F04-D154-C5A6-1D7B-FF52B72465BD}"/>
              </a:ext>
            </a:extLst>
          </p:cNvPr>
          <p:cNvSpPr txBox="1"/>
          <p:nvPr/>
        </p:nvSpPr>
        <p:spPr>
          <a:xfrm>
            <a:off x="7461250" y="1156900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Probability that roulette game chooses red = (1 –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p</a:t>
            </a:r>
            <a:r>
              <a:rPr lang="en-US" baseline="-25000" dirty="0" err="1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16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1830</Words>
  <Application>Microsoft Office PowerPoint</Application>
  <PresentationFormat>Widescreen</PresentationFormat>
  <Paragraphs>310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Pure strategy game theory</vt:lpstr>
      <vt:lpstr>Pure strategy game theory</vt:lpstr>
      <vt:lpstr>Pure strategy game theory</vt:lpstr>
      <vt:lpstr>PowerPoint Presentation</vt:lpstr>
      <vt:lpstr>Mixed strategy game theory</vt:lpstr>
      <vt:lpstr>Mixed strategy game theory</vt:lpstr>
      <vt:lpstr>Mixed strategy game theory</vt:lpstr>
      <vt:lpstr>Mixed strategy game theory</vt:lpstr>
      <vt:lpstr>Mixed strategy game theory</vt:lpstr>
      <vt:lpstr>Mixed strategy game theory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Stuart Morrison</dc:creator>
  <cp:lastModifiedBy>Stuart Morrison</cp:lastModifiedBy>
  <cp:revision>2</cp:revision>
  <dcterms:created xsi:type="dcterms:W3CDTF">2025-08-20T16:35:12Z</dcterms:created>
  <dcterms:modified xsi:type="dcterms:W3CDTF">2025-08-27T17:09:50Z</dcterms:modified>
</cp:coreProperties>
</file>